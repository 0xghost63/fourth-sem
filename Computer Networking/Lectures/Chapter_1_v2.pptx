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1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8" r:id="rId20"/>
    <p:sldId id="979" r:id="rId21"/>
    <p:sldId id="980" r:id="rId22"/>
    <p:sldId id="968" r:id="rId23"/>
    <p:sldId id="982" r:id="rId24"/>
    <p:sldId id="985" r:id="rId25"/>
    <p:sldId id="1201" r:id="rId26"/>
    <p:sldId id="1202" r:id="rId27"/>
    <p:sldId id="977" r:id="rId28"/>
    <p:sldId id="983" r:id="rId29"/>
    <p:sldId id="1193" r:id="rId30"/>
    <p:sldId id="1194" r:id="rId31"/>
    <p:sldId id="986" r:id="rId32"/>
    <p:sldId id="987" r:id="rId33"/>
    <p:sldId id="988" r:id="rId34"/>
    <p:sldId id="989" r:id="rId35"/>
    <p:sldId id="991" r:id="rId36"/>
    <p:sldId id="992" r:id="rId37"/>
    <p:sldId id="995" r:id="rId38"/>
    <p:sldId id="994" r:id="rId39"/>
    <p:sldId id="996" r:id="rId40"/>
    <p:sldId id="997" r:id="rId41"/>
    <p:sldId id="998" r:id="rId42"/>
    <p:sldId id="999" r:id="rId43"/>
    <p:sldId id="1000" r:id="rId44"/>
    <p:sldId id="1002" r:id="rId45"/>
    <p:sldId id="1003" r:id="rId46"/>
    <p:sldId id="1004" r:id="rId47"/>
    <p:sldId id="1005" r:id="rId48"/>
    <p:sldId id="1006" r:id="rId49"/>
    <p:sldId id="1007" r:id="rId50"/>
    <p:sldId id="1008" r:id="rId51"/>
    <p:sldId id="1011" r:id="rId52"/>
    <p:sldId id="1012" r:id="rId53"/>
    <p:sldId id="1013" r:id="rId54"/>
    <p:sldId id="1014" r:id="rId55"/>
    <p:sldId id="1015" r:id="rId56"/>
    <p:sldId id="1217" r:id="rId57"/>
    <p:sldId id="1017" r:id="rId58"/>
    <p:sldId id="1021" r:id="rId59"/>
    <p:sldId id="1022" r:id="rId60"/>
    <p:sldId id="1020" r:id="rId61"/>
    <p:sldId id="1206" r:id="rId62"/>
    <p:sldId id="1023" r:id="rId63"/>
    <p:sldId id="1025" r:id="rId64"/>
    <p:sldId id="1028" r:id="rId65"/>
    <p:sldId id="1029" r:id="rId66"/>
    <p:sldId id="1208" r:id="rId67"/>
    <p:sldId id="1209" r:id="rId68"/>
    <p:sldId id="1216" r:id="rId69"/>
    <p:sldId id="1228" r:id="rId70"/>
    <p:sldId id="1252" r:id="rId71"/>
    <p:sldId id="1030" r:id="rId72"/>
    <p:sldId id="1040" r:id="rId73"/>
    <p:sldId id="1031" r:id="rId74"/>
    <p:sldId id="1032" r:id="rId75"/>
    <p:sldId id="1033" r:id="rId76"/>
    <p:sldId id="1034" r:id="rId77"/>
    <p:sldId id="1036" r:id="rId78"/>
    <p:sldId id="1035" r:id="rId79"/>
    <p:sldId id="1037" r:id="rId8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59BD4"/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645"/>
    <p:restoredTop sz="91416"/>
  </p:normalViewPr>
  <p:slideViewPr>
    <p:cSldViewPr snapToGrid="0" snapToObjects="1">
      <p:cViewPr varScale="1">
        <p:scale>
          <a:sx n="60" d="100"/>
          <a:sy n="60" d="100"/>
        </p:scale>
        <p:origin x="624" y="6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theme" Target="theme/theme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61" Type="http://schemas.openxmlformats.org/officeDocument/2006/relationships/slide" Target="slides/slide60.xml"/><Relationship Id="rId8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9/9/2026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9.0:  updated to 9</a:t>
            </a:r>
            <a:r>
              <a:rPr lang="en-US" baseline="30000" dirty="0"/>
              <a:t>th</a:t>
            </a:r>
            <a:r>
              <a:rPr lang="en-US" dirty="0"/>
              <a:t> Edition, June 2025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720761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589038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png"/><Relationship Id="rId18" Type="http://schemas.openxmlformats.org/officeDocument/2006/relationships/image" Target="../media/image39.jpeg"/><Relationship Id="rId3" Type="http://schemas.openxmlformats.org/officeDocument/2006/relationships/image" Target="../media/image25.png"/><Relationship Id="rId7" Type="http://schemas.openxmlformats.org/officeDocument/2006/relationships/image" Target="../media/image29.jpeg"/><Relationship Id="rId12" Type="http://schemas.openxmlformats.org/officeDocument/2006/relationships/image" Target="../media/image33.png"/><Relationship Id="rId17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11" Type="http://schemas.openxmlformats.org/officeDocument/2006/relationships/image" Target="../media/image32.png"/><Relationship Id="rId5" Type="http://schemas.openxmlformats.org/officeDocument/2006/relationships/image" Target="../media/image27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6.jpe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2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2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2.png"/><Relationship Id="rId4" Type="http://schemas.openxmlformats.org/officeDocument/2006/relationships/image" Target="../media/image48.e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5.png"/><Relationship Id="rId5" Type="http://schemas.openxmlformats.org/officeDocument/2006/relationships/image" Target="../media/image50.png"/><Relationship Id="rId10" Type="http://schemas.openxmlformats.org/officeDocument/2006/relationships/image" Target="../media/image54.png"/><Relationship Id="rId4" Type="http://schemas.openxmlformats.org/officeDocument/2006/relationships/image" Target="../media/image49.png"/><Relationship Id="rId9" Type="http://schemas.openxmlformats.org/officeDocument/2006/relationships/image" Target="../media/image42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8.png"/><Relationship Id="rId12" Type="http://schemas.openxmlformats.org/officeDocument/2006/relationships/image" Target="../media/image61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.png"/><Relationship Id="rId11" Type="http://schemas.openxmlformats.org/officeDocument/2006/relationships/image" Target="../media/image60.png"/><Relationship Id="rId5" Type="http://schemas.openxmlformats.org/officeDocument/2006/relationships/image" Target="../media/image56.png"/><Relationship Id="rId15" Type="http://schemas.openxmlformats.org/officeDocument/2006/relationships/image" Target="../media/image63.png"/><Relationship Id="rId10" Type="http://schemas.openxmlformats.org/officeDocument/2006/relationships/image" Target="../media/image59.png"/><Relationship Id="rId4" Type="http://schemas.openxmlformats.org/officeDocument/2006/relationships/image" Target="../media/image49.png"/><Relationship Id="rId9" Type="http://schemas.openxmlformats.org/officeDocument/2006/relationships/image" Target="../media/image55.png"/><Relationship Id="rId14" Type="http://schemas.openxmlformats.org/officeDocument/2006/relationships/image" Target="../media/image6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6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8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1.png"/><Relationship Id="rId4" Type="http://schemas.openxmlformats.org/officeDocument/2006/relationships/image" Target="../media/image70.jp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3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.emf"/><Relationship Id="rId5" Type="http://schemas.openxmlformats.org/officeDocument/2006/relationships/image" Target="../media/image76.png"/><Relationship Id="rId4" Type="http://schemas.openxmlformats.org/officeDocument/2006/relationships/image" Target="../media/image75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4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6.jpeg"/><Relationship Id="rId4" Type="http://schemas.openxmlformats.org/officeDocument/2006/relationships/image" Target="../media/image85.emf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87.jpeg"/><Relationship Id="rId7" Type="http://schemas.openxmlformats.org/officeDocument/2006/relationships/image" Target="../media/image91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7" Type="http://schemas.openxmlformats.org/officeDocument/2006/relationships/image" Target="../media/image91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42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4" name="Picture 3" descr="A book cover with a bridge&#10;&#10;Description automatically generated">
            <a:extLst>
              <a:ext uri="{FF2B5EF4-FFF2-40B4-BE49-F238E27FC236}">
                <a16:creationId xmlns:a16="http://schemas.microsoft.com/office/drawing/2014/main" id="{B610F142-3ED9-6CD1-4942-4402DA2C7E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1312" y="561975"/>
            <a:ext cx="3180957" cy="394306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78CC757-CFCE-166B-DE21-372415E0BFC4}"/>
              </a:ext>
            </a:extLst>
          </p:cNvPr>
          <p:cNvGrpSpPr/>
          <p:nvPr/>
        </p:nvGrpSpPr>
        <p:grpSpPr>
          <a:xfrm>
            <a:off x="1055076" y="3732975"/>
            <a:ext cx="3313139" cy="2488926"/>
            <a:chOff x="1055076" y="3732975"/>
            <a:chExt cx="3313139" cy="248892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39D00C4-7734-6C11-E770-3FC306893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7C69705-405E-C279-BF6F-F00D4BD4BF61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174E644-1BC5-AD41-8B98-2AEBAB53347E}"/>
              </a:ext>
            </a:extLst>
          </p:cNvPr>
          <p:cNvGrpSpPr/>
          <p:nvPr/>
        </p:nvGrpSpPr>
        <p:grpSpPr>
          <a:xfrm>
            <a:off x="5244182" y="1499729"/>
            <a:ext cx="4175678" cy="4332246"/>
            <a:chOff x="5244182" y="1499729"/>
            <a:chExt cx="4175678" cy="4332246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11948532-9530-1146-897B-DCFADC27A92F}"/>
                </a:ext>
              </a:extLst>
            </p:cNvPr>
            <p:cNvGrpSpPr/>
            <p:nvPr/>
          </p:nvGrpSpPr>
          <p:grpSpPr>
            <a:xfrm>
              <a:off x="5244182" y="1499729"/>
              <a:ext cx="2735863" cy="1090838"/>
              <a:chOff x="616980" y="5292729"/>
              <a:chExt cx="3127445" cy="1207904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ACDED42E-CC7D-9245-8E47-BC40291CA6D2}"/>
                  </a:ext>
                </a:extLst>
              </p:cNvPr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>
                  <a:extLst>
                    <a:ext uri="{FF2B5EF4-FFF2-40B4-BE49-F238E27FC236}">
                      <a16:creationId xmlns:a16="http://schemas.microsoft.com/office/drawing/2014/main" id="{CD3E45EE-DA47-FB4C-AC41-27292F878C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>
                  <a:extLst>
                    <a:ext uri="{FF2B5EF4-FFF2-40B4-BE49-F238E27FC236}">
                      <a16:creationId xmlns:a16="http://schemas.microsoft.com/office/drawing/2014/main" id="{30103B98-660D-084B-8321-DBA525F85D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/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sp>
            <p:nvSpPr>
              <p:cNvPr id="28" name="Text Box 8">
                <a:extLst>
                  <a:ext uri="{FF2B5EF4-FFF2-40B4-BE49-F238E27FC236}">
                    <a16:creationId xmlns:a16="http://schemas.microsoft.com/office/drawing/2014/main" id="{353FBC48-20B8-084C-B54B-2A578BE3B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301691" cy="374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Pacemaker &amp; Monitor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AEF889B5-5851-5746-AB08-1839209EA393}"/>
                </a:ext>
              </a:extLst>
            </p:cNvPr>
            <p:cNvGrpSpPr/>
            <p:nvPr/>
          </p:nvGrpSpPr>
          <p:grpSpPr>
            <a:xfrm>
              <a:off x="7868239" y="4103350"/>
              <a:ext cx="1551621" cy="942784"/>
              <a:chOff x="7868239" y="4103350"/>
              <a:chExt cx="1551621" cy="942784"/>
            </a:xfrm>
          </p:grpSpPr>
          <p:pic>
            <p:nvPicPr>
              <p:cNvPr id="34" name="Picture 33">
                <a:extLst>
                  <a:ext uri="{FF2B5EF4-FFF2-40B4-BE49-F238E27FC236}">
                    <a16:creationId xmlns:a16="http://schemas.microsoft.com/office/drawing/2014/main" id="{4397B6CC-7ACF-AB44-AEEB-6942A1959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>
                <a:extLst>
                  <a:ext uri="{FF2B5EF4-FFF2-40B4-BE49-F238E27FC236}">
                    <a16:creationId xmlns:a16="http://schemas.microsoft.com/office/drawing/2014/main" id="{D5046EF2-BE9A-5947-80CD-08C169F54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6583" y="4707580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AR devices</a:t>
                </a:r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ED68E62D-EDDE-DB4E-9E02-B0DBDFB7F0C8}"/>
                </a:ext>
              </a:extLst>
            </p:cNvPr>
            <p:cNvGrpSpPr/>
            <p:nvPr/>
          </p:nvGrpSpPr>
          <p:grpSpPr>
            <a:xfrm>
              <a:off x="7377679" y="4648280"/>
              <a:ext cx="875312" cy="1183695"/>
              <a:chOff x="7377679" y="4648280"/>
              <a:chExt cx="875312" cy="1183695"/>
            </a:xfrm>
          </p:grpSpPr>
          <p:pic>
            <p:nvPicPr>
              <p:cNvPr id="32" name="Picture 31">
                <a:extLst>
                  <a:ext uri="{FF2B5EF4-FFF2-40B4-BE49-F238E27FC236}">
                    <a16:creationId xmlns:a16="http://schemas.microsoft.com/office/drawing/2014/main" id="{D4B1D193-AA5A-2B4F-A43C-A5DB01A465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7377679" y="4648280"/>
                <a:ext cx="875312" cy="864670"/>
              </a:xfrm>
              <a:prstGeom prst="rect">
                <a:avLst/>
              </a:prstGeom>
            </p:spPr>
          </p:pic>
          <p:sp>
            <p:nvSpPr>
              <p:cNvPr id="33" name="Text Box 10">
                <a:extLst>
                  <a:ext uri="{FF2B5EF4-FFF2-40B4-BE49-F238E27FC236}">
                    <a16:creationId xmlns:a16="http://schemas.microsoft.com/office/drawing/2014/main" id="{10243502-70F1-454C-B91D-F4CBAD87DA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24415" y="5493421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Fitbit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Zoom,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4" name="Picture 3" descr="Cartoon child with pigtails and purple bows&#10;&#10;Description automatically generated">
            <a:extLst>
              <a:ext uri="{FF2B5EF4-FFF2-40B4-BE49-F238E27FC236}">
                <a16:creationId xmlns:a16="http://schemas.microsoft.com/office/drawing/2014/main" id="{9D2E193C-E930-9E65-94A0-83DE1457A3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9014" y="2218454"/>
            <a:ext cx="935365" cy="782151"/>
          </a:xfrm>
          <a:prstGeom prst="rect">
            <a:avLst/>
          </a:prstGeom>
        </p:spPr>
      </p:pic>
      <p:pic>
        <p:nvPicPr>
          <p:cNvPr id="5" name="Picture 4" descr="A cartoon of a person with a green bow tie&#10;&#10;Description automatically generated">
            <a:extLst>
              <a:ext uri="{FF2B5EF4-FFF2-40B4-BE49-F238E27FC236}">
                <a16:creationId xmlns:a16="http://schemas.microsoft.com/office/drawing/2014/main" id="{B9790119-4615-6456-1AC8-B0CD25AEC08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4464" y="2702025"/>
            <a:ext cx="1020860" cy="85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100’s Mbps (4G/5G)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91DE90-DBDB-8B33-E7A2-7FC326B08078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F941A81-CCA5-95EA-E70F-D265D20EC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463E0280-FAC7-B58E-AB17-067535BB9C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9483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0E79ECB0-50CE-C240-AF72-D00F85143460}"/>
              </a:ext>
            </a:extLst>
          </p:cNvPr>
          <p:cNvSpPr txBox="1">
            <a:spLocks noChangeArrowheads="1"/>
          </p:cNvSpPr>
          <p:nvPr/>
        </p:nvSpPr>
        <p:spPr>
          <a:xfrm>
            <a:off x="914111" y="4198445"/>
            <a:ext cx="4938590" cy="21641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with 35 users, probability &gt; 10 active at same time is less than .0004 *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EA1C84-623D-EB7C-87D7-44BE84A802ED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93BC96A-40B4-E33A-94F4-5EDB860DAD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27C7B7E-6A6E-AC7D-69FC-9DE1CDB6D8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52CF90F-9743-E81E-ED70-17299E6920AF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9FE74B26-CE04-B70B-A1DA-1D5AEB2199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F3966F7-250B-9BBD-D3B5-D5685E5C829D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C649A9-F9AC-A04F-FD16-61749D6965D2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AD1C13E1-E923-DCB8-3A39-FA831D6905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5F00F45-87CA-A6B6-3DB5-7E18015B545B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11375216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1D42A72-5DFC-29B4-01CA-01ABF8F40951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2697A856-BA7A-DC22-7A4B-BC9EAA6C6C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50FCD7C-E056-BC04-A658-20CEAF01C80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8555</TotalTime>
  <Words>6614</Words>
  <Application>Microsoft Office PowerPoint</Application>
  <PresentationFormat>Widescreen</PresentationFormat>
  <Paragraphs>2201</Paragraphs>
  <Slides>79</Slides>
  <Notes>77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79</vt:i4>
      </vt:variant>
    </vt:vector>
  </HeadingPairs>
  <TitlesOfParts>
    <vt:vector size="90" baseType="lpstr">
      <vt:lpstr>ＭＳ Ｐゴシック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Host: sends packets of data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ISO/OSI reference model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Dr. Tahir Maqsood</cp:lastModifiedBy>
  <cp:revision>186</cp:revision>
  <dcterms:created xsi:type="dcterms:W3CDTF">2020-01-18T07:24:59Z</dcterms:created>
  <dcterms:modified xsi:type="dcterms:W3CDTF">2026-09-09T09:51:19Z</dcterms:modified>
</cp:coreProperties>
</file>