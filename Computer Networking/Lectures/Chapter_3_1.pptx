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1252" r:id="rId2"/>
    <p:sldId id="956" r:id="rId3"/>
    <p:sldId id="964" r:id="rId4"/>
    <p:sldId id="1047" r:id="rId5"/>
    <p:sldId id="1154" r:id="rId6"/>
    <p:sldId id="1086" r:id="rId7"/>
    <p:sldId id="1049" r:id="rId8"/>
    <p:sldId id="1041" r:id="rId9"/>
    <p:sldId id="1218" r:id="rId10"/>
    <p:sldId id="1155" r:id="rId11"/>
    <p:sldId id="1221" r:id="rId12"/>
    <p:sldId id="1223" r:id="rId13"/>
    <p:sldId id="1224" r:id="rId14"/>
    <p:sldId id="1228" r:id="rId15"/>
    <p:sldId id="1225" r:id="rId16"/>
    <p:sldId id="1226" r:id="rId17"/>
    <p:sldId id="1227" r:id="rId18"/>
    <p:sldId id="1051" r:id="rId19"/>
    <p:sldId id="1160" r:id="rId20"/>
    <p:sldId id="1042" r:id="rId21"/>
    <p:sldId id="1161" r:id="rId22"/>
    <p:sldId id="1162" r:id="rId23"/>
    <p:sldId id="1163" r:id="rId24"/>
    <p:sldId id="1164" r:id="rId25"/>
    <p:sldId id="1165" r:id="rId26"/>
    <p:sldId id="1166" r:id="rId27"/>
    <p:sldId id="1167" r:id="rId28"/>
    <p:sldId id="1058" r:id="rId29"/>
    <p:sldId id="1168" r:id="rId30"/>
    <p:sldId id="1169" r:id="rId31"/>
    <p:sldId id="1170" r:id="rId32"/>
    <p:sldId id="11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3C6CDF"/>
    <a:srgbClr val="ED356A"/>
    <a:srgbClr val="E40000"/>
    <a:srgbClr val="FFB3D3"/>
    <a:srgbClr val="FA376E"/>
    <a:srgbClr val="9CDFF9"/>
    <a:srgbClr val="0000A8"/>
    <a:srgbClr val="B8C2C9"/>
    <a:srgbClr val="D6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6"/>
    <p:restoredTop sz="95934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9.0:  updated to 9</a:t>
            </a:r>
            <a:r>
              <a:rPr lang="en-US" baseline="30000" dirty="0"/>
              <a:t>th</a:t>
            </a:r>
            <a:r>
              <a:rPr lang="en-US" dirty="0"/>
              <a:t> Edition, June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23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932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logical communication , we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that from an application’s perspective, it is as if the hosts running the processes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 directly connected; in reality, the hosts may be on opposite sides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planet, connected via numerous routers and a wide range of link types. Application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 use the logical communication provided by the transport layer to send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 to each other, free from the worry of the details of the physical infrastructure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to carry these messages.</a:t>
            </a:r>
          </a:p>
          <a:p>
            <a:endParaRPr lang="en-US" dirty="0"/>
          </a:p>
          <a:p>
            <a:r>
              <a:rPr lang="en-US" dirty="0"/>
              <a:t>Let’s look at each of these three (logical communications, actions,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214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19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354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877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8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384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13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540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6391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557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775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5414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333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341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898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69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253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RFC – it’s only 2.5 pages!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823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8696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92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0575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069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817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4433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076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3389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96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B1D834-9A60-0144-B34B-27257068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5CE-E254-A94B-B5AF-C5A01BD997A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4ADFA-C513-7947-8FC6-A5831876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F1950-807A-A347-B7AD-B769A13B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583F-9FD8-F447-89A7-11C4555D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5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5" y="561975"/>
            <a:ext cx="53784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3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Transport Layer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1996-2025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486BED-0E6D-424B-9246-93E87D8EC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9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2025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4" name="Picture 3" descr="A book cover with a bridge&#10;&#10;Description automatically generated">
            <a:extLst>
              <a:ext uri="{FF2B5EF4-FFF2-40B4-BE49-F238E27FC236}">
                <a16:creationId xmlns:a16="http://schemas.microsoft.com/office/drawing/2014/main" id="{B610F142-3ED9-6CD1-4942-4402DA2C7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312" y="561975"/>
            <a:ext cx="3180957" cy="39430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74715D-A8D9-3A2E-8518-1C2C2B06B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38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layer: overview</a:t>
            </a:r>
            <a:endParaRPr lang="en-US" sz="4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2ACD2-5E28-0840-A1E8-F9AB901FE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1763" y="1253331"/>
            <a:ext cx="4842088" cy="4351338"/>
          </a:xfrm>
        </p:spPr>
        <p:txBody>
          <a:bodyPr>
            <a:noAutofit/>
          </a:bodyPr>
          <a:lstStyle/>
          <a:p>
            <a:pPr marL="11113" indent="0">
              <a:buNone/>
            </a:pPr>
            <a:r>
              <a:rPr lang="en-US" altLang="en-US" sz="32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goal:</a:t>
            </a:r>
            <a:r>
              <a:rPr lang="en-US" alt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00050" indent="-285750">
              <a:buFont typeface="Wingdings" charset="2"/>
              <a:buChar char="§"/>
              <a:defRPr/>
            </a:pPr>
            <a:r>
              <a:rPr lang="en-US" sz="3200" dirty="0"/>
              <a:t>understand principles behind transport layer services: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multiplexing, demultiplexing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reliable data transfer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flow control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congestion control</a:t>
            </a:r>
            <a:endParaRPr lang="en-US" sz="3200" dirty="0"/>
          </a:p>
          <a:p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68416" y="1815962"/>
            <a:ext cx="5994400" cy="4799013"/>
          </a:xfrm>
        </p:spPr>
        <p:txBody>
          <a:bodyPr>
            <a:normAutofit/>
          </a:bodyPr>
          <a:lstStyle/>
          <a:p>
            <a:pPr marL="457200" indent="-285750">
              <a:buFont typeface="Wingdings" charset="2"/>
              <a:buChar char="§"/>
              <a:defRPr/>
            </a:pPr>
            <a:r>
              <a:rPr lang="en-US" sz="3200" dirty="0"/>
              <a:t>learn about Internet transport layer protocols: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UDP: connectionless transport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TCP: connection-oriented reliable transport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TCP congestion control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084F46-D79C-3048-9B21-CEBC66650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54664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9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layer: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Connection-oriented transport: TCP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Principles of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TCP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72860C-A16C-7962-88CB-51B7917AAFCE}"/>
              </a:ext>
            </a:extLst>
          </p:cNvPr>
          <p:cNvGrpSpPr/>
          <p:nvPr/>
        </p:nvGrpSpPr>
        <p:grpSpPr>
          <a:xfrm>
            <a:off x="8001152" y="2081975"/>
            <a:ext cx="3313139" cy="2488926"/>
            <a:chOff x="1055076" y="3732975"/>
            <a:chExt cx="3313139" cy="24889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13C348F-6702-D378-C4C0-B986BF19E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5076" y="3781578"/>
              <a:ext cx="3313139" cy="244032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A51B9-FFA2-2FEF-1E9B-0CEDC87E8180}"/>
                </a:ext>
              </a:extLst>
            </p:cNvPr>
            <p:cNvSpPr/>
            <p:nvPr/>
          </p:nvSpPr>
          <p:spPr>
            <a:xfrm>
              <a:off x="1055076" y="3732975"/>
              <a:ext cx="3313139" cy="244549"/>
            </a:xfrm>
            <a:prstGeom prst="rect">
              <a:avLst/>
            </a:prstGeom>
            <a:solidFill>
              <a:srgbClr val="559BD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3344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services and protocols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1DCC24-3FE7-E745-BC17-3886FB241095}"/>
              </a:ext>
            </a:extLst>
          </p:cNvPr>
          <p:cNvSpPr txBox="1">
            <a:spLocks noChangeArrowheads="1"/>
          </p:cNvSpPr>
          <p:nvPr/>
        </p:nvSpPr>
        <p:spPr>
          <a:xfrm>
            <a:off x="681218" y="1443831"/>
            <a:ext cx="5815703" cy="1621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 communication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between application processes running on different hosts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C4FF92-130F-BB41-8C2E-AD6E35A5EFB3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417">
            <a:extLst>
              <a:ext uri="{FF2B5EF4-FFF2-40B4-BE49-F238E27FC236}">
                <a16:creationId xmlns:a16="http://schemas.microsoft.com/office/drawing/2014/main" id="{86D46BE4-B0DC-6447-9B19-4A15963D6107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418">
            <a:extLst>
              <a:ext uri="{FF2B5EF4-FFF2-40B4-BE49-F238E27FC236}">
                <a16:creationId xmlns:a16="http://schemas.microsoft.com/office/drawing/2014/main" id="{B6EA0447-3C72-2546-A182-B18B3204742F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3" name="Rectangle 419">
              <a:extLst>
                <a:ext uri="{FF2B5EF4-FFF2-40B4-BE49-F238E27FC236}">
                  <a16:creationId xmlns:a16="http://schemas.microsoft.com/office/drawing/2014/main" id="{BE021C30-4F59-6844-AF0D-B5AB853A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AutoShape 420">
              <a:extLst>
                <a:ext uri="{FF2B5EF4-FFF2-40B4-BE49-F238E27FC236}">
                  <a16:creationId xmlns:a16="http://schemas.microsoft.com/office/drawing/2014/main" id="{27AA7BFA-EEE4-4140-B9E6-23FEE52A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5" name="Freeform 427">
            <a:extLst>
              <a:ext uri="{FF2B5EF4-FFF2-40B4-BE49-F238E27FC236}">
                <a16:creationId xmlns:a16="http://schemas.microsoft.com/office/drawing/2014/main" id="{50383F63-A1BE-EE40-9A4A-9521B5B39A87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8F39DC6-82AA-494B-BF8C-3328A350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7" name="Text Box 580">
            <a:extLst>
              <a:ext uri="{FF2B5EF4-FFF2-40B4-BE49-F238E27FC236}">
                <a16:creationId xmlns:a16="http://schemas.microsoft.com/office/drawing/2014/main" id="{4FAF1075-A726-A74C-A102-E55EF304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18D63BA9-A80C-3C4E-951E-EC3E6277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1C1BA4F-9694-604C-B41C-E527BFD0B4FC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D929D7-3426-7545-8640-DC8E2ED95FB9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949C6B-70A2-0C41-96B1-4A94F8B7F80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42A8C1-0A52-8944-BCD0-7C3E1000F6A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01E422-A8CB-5D4B-8A53-10BB1CC241B4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70776E-060B-774C-AF87-577276BCDED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F15741-4E5D-2C40-AA55-B8A92FB5641B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116124-6B0D-0A48-9748-70E0EE10E0B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A80C21-FB20-4F42-A016-94A2E068D91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6746B7-2DA8-C14F-A27C-643C5FAB1AF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66780-DE5E-6740-8BBA-01C995D1619B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9A9BF7-5D60-2C4D-AF1F-F5F5F46EB76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935E55-D83F-F74C-A0C3-358E8FF3E7CE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FB49DC-1122-2D42-9C83-51C0E0469DF6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4DFA1B-BDC0-0547-BA3C-F5988DF0957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4898AC-622F-264A-9A7D-E5817715A6A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1C8AF5-125A-4746-96BD-BF09BC7DDE9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662089-AD1C-A64B-9B48-0369C502239D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D9A8F3-9F56-D642-96B2-51A352E9864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717B1C14-4D36-EF4F-A926-BBBD98456BEE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F2107-1C9A-0C41-B24A-0671CC60D47A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6D405D-F88D-A643-A8DA-87BCB5348C5C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05228A-100C-D643-BB8E-545E51741FBA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F625F-E4CA-A14C-BDB7-680FDFE6EE1F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188F4C-A928-8F4F-9205-FD6C4D77CC8D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9284F2-2C3E-6B49-83BE-150EADA93824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AEFAB6-4248-8846-A79A-BF9D6164DE76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D3269-0EC2-2640-AC07-B881868275F8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3C34A0-4725-C44D-9514-4F74B2157D8C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0311E5-76D3-2C44-A6A8-22CB01ADCF02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39BF82-EFED-E140-BFC2-23D3688C2CB7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E47AF2-94A8-0243-8795-936020048815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648A8C-238E-7045-A29E-EDD4DA54C3A4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8AD327-3BC9-7D46-A7E7-D0F90B60A252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7C26C3-84F1-C149-AC22-6F1EB6629DA9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F05EFE-FD3D-3C4D-8F4F-0AC6B112D1A2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C39A38-643E-1841-84E4-48B68DB2ED03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79EF77B-B7F5-D441-A37D-7AC14D43B519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62" name="Line 428">
                <a:extLst>
                  <a:ext uri="{FF2B5EF4-FFF2-40B4-BE49-F238E27FC236}">
                    <a16:creationId xmlns:a16="http://schemas.microsoft.com/office/drawing/2014/main" id="{16F1973E-A8F0-6E4E-9510-49D75998F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0">
                <a:extLst>
                  <a:ext uri="{FF2B5EF4-FFF2-40B4-BE49-F238E27FC236}">
                    <a16:creationId xmlns:a16="http://schemas.microsoft.com/office/drawing/2014/main" id="{CAB72423-2D43-1046-869C-9EDAEA5E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31">
                <a:extLst>
                  <a:ext uri="{FF2B5EF4-FFF2-40B4-BE49-F238E27FC236}">
                    <a16:creationId xmlns:a16="http://schemas.microsoft.com/office/drawing/2014/main" id="{99BD1088-D56F-3A42-8E44-483A32BED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32">
                <a:extLst>
                  <a:ext uri="{FF2B5EF4-FFF2-40B4-BE49-F238E27FC236}">
                    <a16:creationId xmlns:a16="http://schemas.microsoft.com/office/drawing/2014/main" id="{8A75CF99-7455-B74F-8BAD-3AD43E03F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33">
                <a:extLst>
                  <a:ext uri="{FF2B5EF4-FFF2-40B4-BE49-F238E27FC236}">
                    <a16:creationId xmlns:a16="http://schemas.microsoft.com/office/drawing/2014/main" id="{FC542B29-675E-3D46-80C8-75565CBAE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35">
                <a:extLst>
                  <a:ext uri="{FF2B5EF4-FFF2-40B4-BE49-F238E27FC236}">
                    <a16:creationId xmlns:a16="http://schemas.microsoft.com/office/drawing/2014/main" id="{2B974C3D-5280-D849-8D04-7FDDEF66C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36">
                <a:extLst>
                  <a:ext uri="{FF2B5EF4-FFF2-40B4-BE49-F238E27FC236}">
                    <a16:creationId xmlns:a16="http://schemas.microsoft.com/office/drawing/2014/main" id="{05391238-AE6D-D14C-8C1F-CD07E4032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39">
                <a:extLst>
                  <a:ext uri="{FF2B5EF4-FFF2-40B4-BE49-F238E27FC236}">
                    <a16:creationId xmlns:a16="http://schemas.microsoft.com/office/drawing/2014/main" id="{F0B33890-F38E-9948-851E-64C7E965F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Line 440">
                <a:extLst>
                  <a:ext uri="{FF2B5EF4-FFF2-40B4-BE49-F238E27FC236}">
                    <a16:creationId xmlns:a16="http://schemas.microsoft.com/office/drawing/2014/main" id="{A6F6A7F9-E45C-124D-AC6C-F4101DAE4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Line 441">
                <a:extLst>
                  <a:ext uri="{FF2B5EF4-FFF2-40B4-BE49-F238E27FC236}">
                    <a16:creationId xmlns:a16="http://schemas.microsoft.com/office/drawing/2014/main" id="{AD8346D7-6C40-1348-A196-CC99EDB7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Line 443">
                <a:extLst>
                  <a:ext uri="{FF2B5EF4-FFF2-40B4-BE49-F238E27FC236}">
                    <a16:creationId xmlns:a16="http://schemas.microsoft.com/office/drawing/2014/main" id="{E2DA8AD7-F617-354E-B5AE-47F97541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Line 449">
                <a:extLst>
                  <a:ext uri="{FF2B5EF4-FFF2-40B4-BE49-F238E27FC236}">
                    <a16:creationId xmlns:a16="http://schemas.microsoft.com/office/drawing/2014/main" id="{E873DD89-2DB7-304C-ADED-170F1F4E1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Line 428">
                <a:extLst>
                  <a:ext uri="{FF2B5EF4-FFF2-40B4-BE49-F238E27FC236}">
                    <a16:creationId xmlns:a16="http://schemas.microsoft.com/office/drawing/2014/main" id="{56AC483A-3972-5540-9E9F-AE1FE2566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Line 440">
                <a:extLst>
                  <a:ext uri="{FF2B5EF4-FFF2-40B4-BE49-F238E27FC236}">
                    <a16:creationId xmlns:a16="http://schemas.microsoft.com/office/drawing/2014/main" id="{B0224379-0B0C-1343-B0E2-E62DFA482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DFBDA95-16CE-D146-A4C5-C45EDEC8D34E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282E722-916E-234E-AC0B-E2B36A0049E1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691F242-AF67-1B42-8D8E-F09C1EB27D39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E49F46-6C78-A640-A53B-1F2DCAE49B5E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1454C82-BE7E-874F-AA28-09F795395B3E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2F00AE0-2163-514F-B52E-CFE0592CCF0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E38317B-7455-F04C-9FB3-A47169171585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8CD097C-75DA-B84B-B03E-371F3044C3BB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Line 541">
                <a:extLst>
                  <a:ext uri="{FF2B5EF4-FFF2-40B4-BE49-F238E27FC236}">
                    <a16:creationId xmlns:a16="http://schemas.microsoft.com/office/drawing/2014/main" id="{3EE4D6D5-1F58-604E-926E-B12AF198F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Line 424">
                <a:extLst>
                  <a:ext uri="{FF2B5EF4-FFF2-40B4-BE49-F238E27FC236}">
                    <a16:creationId xmlns:a16="http://schemas.microsoft.com/office/drawing/2014/main" id="{69D11C97-9A2A-6F4A-BEC2-192440539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8" name="Picture 778" descr="antenna_radiation_stylized">
              <a:extLst>
                <a:ext uri="{FF2B5EF4-FFF2-40B4-BE49-F238E27FC236}">
                  <a16:creationId xmlns:a16="http://schemas.microsoft.com/office/drawing/2014/main" id="{AE641E33-5C90-9C48-B6C0-B2DA38E6B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781" descr="antenna_radiation_stylized">
              <a:extLst>
                <a:ext uri="{FF2B5EF4-FFF2-40B4-BE49-F238E27FC236}">
                  <a16:creationId xmlns:a16="http://schemas.microsoft.com/office/drawing/2014/main" id="{58D0D77F-41BF-B141-99CC-7444770200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799" descr="cell_tower_radiation copy">
              <a:extLst>
                <a:ext uri="{FF2B5EF4-FFF2-40B4-BE49-F238E27FC236}">
                  <a16:creationId xmlns:a16="http://schemas.microsoft.com/office/drawing/2014/main" id="{B93FCB1A-5588-5743-82CC-8E52ADEAD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Oval 800">
              <a:extLst>
                <a:ext uri="{FF2B5EF4-FFF2-40B4-BE49-F238E27FC236}">
                  <a16:creationId xmlns:a16="http://schemas.microsoft.com/office/drawing/2014/main" id="{029C7FDD-ABE9-EB40-A1C5-64FF9B2F9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6" name="Line 426">
            <a:extLst>
              <a:ext uri="{FF2B5EF4-FFF2-40B4-BE49-F238E27FC236}">
                <a16:creationId xmlns:a16="http://schemas.microsoft.com/office/drawing/2014/main" id="{390C81B6-E64F-6D4C-8D06-8F1804B7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7" name="Group 783">
            <a:extLst>
              <a:ext uri="{FF2B5EF4-FFF2-40B4-BE49-F238E27FC236}">
                <a16:creationId xmlns:a16="http://schemas.microsoft.com/office/drawing/2014/main" id="{D14ED3CD-0929-5445-B9CD-FC1AEB08F0F0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88" name="Line 270">
              <a:extLst>
                <a:ext uri="{FF2B5EF4-FFF2-40B4-BE49-F238E27FC236}">
                  <a16:creationId xmlns:a16="http://schemas.microsoft.com/office/drawing/2014/main" id="{7ABD4004-114C-724F-BAC3-6F9DA6DE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1">
              <a:extLst>
                <a:ext uri="{FF2B5EF4-FFF2-40B4-BE49-F238E27FC236}">
                  <a16:creationId xmlns:a16="http://schemas.microsoft.com/office/drawing/2014/main" id="{1A244344-E514-B64F-9963-6369BD9BE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2">
              <a:extLst>
                <a:ext uri="{FF2B5EF4-FFF2-40B4-BE49-F238E27FC236}">
                  <a16:creationId xmlns:a16="http://schemas.microsoft.com/office/drawing/2014/main" id="{EB3A4111-A6F1-154E-9274-6BFFCDBAB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714583CC-4366-B448-8BCD-BEB3688E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74">
              <a:extLst>
                <a:ext uri="{FF2B5EF4-FFF2-40B4-BE49-F238E27FC236}">
                  <a16:creationId xmlns:a16="http://schemas.microsoft.com/office/drawing/2014/main" id="{06696B02-1354-964A-892D-7D1A072D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75">
              <a:extLst>
                <a:ext uri="{FF2B5EF4-FFF2-40B4-BE49-F238E27FC236}">
                  <a16:creationId xmlns:a16="http://schemas.microsoft.com/office/drawing/2014/main" id="{C744D6E3-66B2-4349-A4C7-A96CCC727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76">
              <a:extLst>
                <a:ext uri="{FF2B5EF4-FFF2-40B4-BE49-F238E27FC236}">
                  <a16:creationId xmlns:a16="http://schemas.microsoft.com/office/drawing/2014/main" id="{9AD49573-21B8-594C-A124-75FF6787F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77">
              <a:extLst>
                <a:ext uri="{FF2B5EF4-FFF2-40B4-BE49-F238E27FC236}">
                  <a16:creationId xmlns:a16="http://schemas.microsoft.com/office/drawing/2014/main" id="{F5B9977B-7FCA-934E-8672-B6E02820B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78">
              <a:extLst>
                <a:ext uri="{FF2B5EF4-FFF2-40B4-BE49-F238E27FC236}">
                  <a16:creationId xmlns:a16="http://schemas.microsoft.com/office/drawing/2014/main" id="{90BBE456-8113-E140-9697-13DE1099C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279">
              <a:extLst>
                <a:ext uri="{FF2B5EF4-FFF2-40B4-BE49-F238E27FC236}">
                  <a16:creationId xmlns:a16="http://schemas.microsoft.com/office/drawing/2014/main" id="{8B179862-B59B-0340-81D5-D6460EDA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Line 280">
              <a:extLst>
                <a:ext uri="{FF2B5EF4-FFF2-40B4-BE49-F238E27FC236}">
                  <a16:creationId xmlns:a16="http://schemas.microsoft.com/office/drawing/2014/main" id="{5E3E4AF0-3A1E-634F-B106-0E1BAE93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Line 281">
              <a:extLst>
                <a:ext uri="{FF2B5EF4-FFF2-40B4-BE49-F238E27FC236}">
                  <a16:creationId xmlns:a16="http://schemas.microsoft.com/office/drawing/2014/main" id="{51EBD3A2-D943-F443-A868-FD6059B0D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Line 282">
              <a:extLst>
                <a:ext uri="{FF2B5EF4-FFF2-40B4-BE49-F238E27FC236}">
                  <a16:creationId xmlns:a16="http://schemas.microsoft.com/office/drawing/2014/main" id="{CE35DACD-3834-3A4F-BF5D-05FD16494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Line 283">
              <a:extLst>
                <a:ext uri="{FF2B5EF4-FFF2-40B4-BE49-F238E27FC236}">
                  <a16:creationId xmlns:a16="http://schemas.microsoft.com/office/drawing/2014/main" id="{F225C514-F00F-374D-A3A6-0E00BBF2A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Line 284">
              <a:extLst>
                <a:ext uri="{FF2B5EF4-FFF2-40B4-BE49-F238E27FC236}">
                  <a16:creationId xmlns:a16="http://schemas.microsoft.com/office/drawing/2014/main" id="{5AB5EE34-E853-4349-982D-7BA8A0223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3" name="Picture 777" descr="access_point_stylized_small">
            <a:extLst>
              <a:ext uri="{FF2B5EF4-FFF2-40B4-BE49-F238E27FC236}">
                <a16:creationId xmlns:a16="http://schemas.microsoft.com/office/drawing/2014/main" id="{B5B19229-5990-4C46-B116-F6E2FC93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780" descr="access_point_stylized_small">
            <a:extLst>
              <a:ext uri="{FF2B5EF4-FFF2-40B4-BE49-F238E27FC236}">
                <a16:creationId xmlns:a16="http://schemas.microsoft.com/office/drawing/2014/main" id="{615B9139-7B73-FE46-A7A9-D06CDC31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FE641A-589B-7942-BC31-34CA4265ECA8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36DE3EE-811C-674F-9142-302E5E9C55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00B155-CF25-D24C-9B92-B08AAAB831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0AEF1A2-025A-BC41-A84F-2DC3E05833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8D3F6F1A-FE14-8948-A78A-73AA88A44A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B90EE21A-C2A8-0D42-B6A5-6C7D12BEBF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5097ED-FFBF-4544-860B-3817BA811B2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6DF62723-77FE-9247-98F5-987E793C56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27C4B55-0BAE-0949-8777-F3099C171813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EC32CAA-AFF2-A34D-8E74-D6E2F030879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1675819-8BAA-AB4F-BBAA-A405C6E7621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3F9E373-4875-744C-970D-E5EB77A5E3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FFDA189D-222C-1443-856D-7A608CA88C9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42BB264-137D-E643-AE9B-8AA6D9E21B0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86FF02A-1562-3745-ABB9-0D40C7DEF61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EC12CCB-8331-9F49-BF6A-94DF11B7CB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32E1A1-9866-4149-B71C-D56584CCE488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60DF978-36B3-2D47-A16A-0D97C01CAF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656B286-5B4C-0D4F-9AF0-6A6CFC0099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E4349E7-CC12-8D4C-8CFA-829CDA0820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AD86C2F1-D4F0-7948-9E05-62E1C42CC8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224715B-0FC5-9E49-B361-2A29A286F3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CA2DA9C-2B13-214E-ACD2-0EA76BA8301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C4A6B5C-46E6-5E4D-96C8-1C3F87F038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1D7EA0-6DA2-8D43-8279-78C750CFC172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632348E-CBF0-8F4E-B1C0-FA5E7B14036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E6F91D8-1A83-2A42-AC0B-AD8F10B7EF3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41E3EF0-51B2-C349-B41E-2A6C5F46D90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7403B7C-7FA1-3F40-B91E-B9311B3831C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456F695-074E-CC4D-8221-531E7EA3A74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24A04C3-C296-1C4B-BBD4-CDE7083CB1D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5BBAC641-21BF-8B45-BB54-F143F77A15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BC347E-C394-3042-B2F7-B3F23FAEAB95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2A87F28-E662-7843-88D6-0813EE7C9C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F5A88D5-7F33-C641-91D0-89A14D032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27C385B-C23A-9D47-A881-792955281F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AAAA0E5-7CFA-D644-ADAB-E7BF68F3D3B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51DAA20-67FB-F046-A058-83AEFE0E26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C03FD79-9BD7-DD42-AC59-6C4F96612AC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4610651-9548-304A-8A63-B930DF6222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CEC947-F5C8-414B-A56E-EBE5DFFEDB1C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6294923-1C02-5240-95DE-EA2186392E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B3674D-1CCE-274D-BF8E-CEFECF766B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6166535-C584-C14C-9137-7498CC96E8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17514CA1-86B8-BA44-B4A0-0CEB1F62C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D28E726-BB5D-5644-9E9D-DEEB2E0B1FF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BDE8E149-5BA9-CB4C-9AC6-1EED7308D8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AF1B228-D777-8846-8B1B-6476F6C2AA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9BFD2C-DE5F-0C45-B636-6597FE43775F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8D0A013-957C-4B4E-8B83-D6592094AC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DC0323-148A-714F-A6FC-9ADB6FB128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B6897F2-F6E6-A049-A1D9-17378B713B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F6ACC7A-4B31-AF42-A472-F972FEE813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CE6B10E-CA3E-D444-AB50-17DAB7CAD2C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3B2228D-5BAA-EC47-BEFB-CB31458923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B7729E0C-173F-C14A-AEF0-A4EC382A52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65CB9E-D1E1-5348-9E59-69DA1CEF2123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1DBEC0A-03A5-5849-AD80-43903CE8F9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93155A2-B6DA-E04B-931F-EAE90D03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931AF15-7062-194D-9D41-4344D0DE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FDC26AF1-24F2-5D45-AB87-61683E4E25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EC90C20-8D53-0646-9F93-F00306B71C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9493643-4525-FD45-A56C-AE765396C5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824CC9D-76C8-2749-A791-F65C4F3ACA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BE87F9-CE91-5943-9D77-D8B9227384AC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4F167397-FDB8-4A4D-A599-63F4111F18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DCFDBA-4FB5-AE49-968D-A9F0C84D1C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85146B5-C4CC-CF42-8938-46F3C689B4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A7227274-32EF-074A-9791-2B53B212E4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201B35B0-4270-0A43-B1CB-1EA6DEBA0A3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7956E94-C156-C749-894C-3962EFA64D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0545111-AB10-544C-A7FB-8905D7E84A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D2B1BF7-15E3-B642-B1ED-14A585EC5A4E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FC3BC896-EAF3-B44C-A223-0B61ADD448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1FDE8F7-458E-F043-99FF-74BB3A9404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F87486C-C62D-A04E-BD6D-5E7B286D09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DB6C40-CF6A-E547-8BC1-635D2DC438F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7776C1D-06CD-5245-AF82-92665409A0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D893366-435F-C043-8ADD-35A96EC80B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46B375-EFFF-874C-BA50-6516A502F0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0711763-C567-4040-ABFB-F5C34597A154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7F38627D-7A2B-A841-8C69-850F7253A2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FB71122-C2F0-3B40-A94F-7E95B02A39D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A5D9C3E-2D7E-A54F-9A93-7708DD147DB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B3C3A91-863F-E54F-BCBF-83530898F0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03CE2E4-33A0-7443-968B-028BF2FEAF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2376DD9-E3A6-0B4A-97CB-7FDA6023E44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8E42DD9-0888-4A41-A186-22087D773F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38FF4C3-D0A2-D548-89C0-C35D3E53032F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27716F5-6A2D-404B-ADB2-50CDACB020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3297389-072E-FE41-B64F-4D54440AB3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6323224-311B-EE47-BE36-F2BE4EA6BC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BD802D6F-DAFD-DC41-83D1-DF0F4A2A79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CE211BA-1FF8-2548-A6C8-5CD1E12C3E1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63DDD6-C621-F146-B8DA-4A9DDE186B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BB3402A2-EE9C-A240-899D-8BDF14CF43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6C05161-17CC-4047-8DD1-B9901ECF6386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47827F3-EDEA-7A42-9B1D-083327F8DE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CC4598-569C-8B40-92BA-1D2FBE3E50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C8B6594-03D2-024C-9EA4-C0C60D628F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FDE0324-11E3-5145-88E9-DE61B49F2A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131568C-F5A3-DB44-94E2-7B887CDB264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7EDAE1E-6998-2048-ADF9-12AD17B25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FC26428-BCB7-1047-B128-BD12A87F81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8EE3F8-E7C6-7742-BDAE-10EEB3BA9601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A2B8EB1-241A-C04E-9EA1-495DCDBCB1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B3245D7-5441-9648-A36A-661C2ACB57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6F28103-141B-154E-A362-409B3111D1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F7A2BEC-77A9-6D41-8098-B64A792EA0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ED57CD-47F8-9D45-9600-A0BEEC9768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10D30D1-E5F0-E44B-A795-D0F4E795F9A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AC7488D5-7B56-8944-802F-C2691C362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123C752-3FFB-E84D-9E48-DBC9A9F48F37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D524F684-301C-7542-A0A4-3757318273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BF20040-D9C8-B74E-BC0D-F15797752E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9553B03-2EF0-1445-BD4E-875D98E584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AB927EA-DECF-FE4A-BE5D-802F016FB19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F1EA0F6-ACA7-C443-A514-F770A3836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414339B-8AC7-2444-AC70-285A203D11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EF6DCDC-2F65-B349-B551-DC3FACF6D5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F5D0807-95F5-B242-9940-2134E3CE864D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5E7C622-0E2D-F247-B71E-DB43805F13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1DDDBA8-9328-FF4B-A036-4A8C314BC3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FE4053D3-C37C-B247-AABC-ACB5431A33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B8C5BFF-F366-864D-9DDD-AD0F594855F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2E2636-7B29-8B4F-A9E7-0A019FB1233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1B96CBC-D09D-8A44-A7F4-460A6FE268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B72586A-2BC3-AD40-8068-98E191DFFE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8973B1E-A991-8E45-9FF7-7AF7F179E328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A098E30-A66F-FA4D-9EE8-C0C83DE6D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051367D4-C1D9-AF45-9A24-031126A6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C4167F2-26A6-0A41-9F23-581BB1D6E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8AABD328-91C1-C94D-8CB5-66F9CC0D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23CBCA43-9398-E043-A20B-00567B73DB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06C3D6EF-A0CB-F34C-9C57-9FA0403502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66D08B47-1DCF-994C-84EE-6C7E588A1D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3665DDF-4A56-E24C-9D9B-557EA2031298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31441261-7107-C940-87CC-EC4FA0534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F5B546A-49AB-9042-B43E-5F11C688F2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8DF2468-3557-AD4F-8E6A-2FD993E8CF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E3ADAA4-12C2-404E-917C-5A2F54CCD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A728ED3-C05E-B44A-9C86-A753D22F76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3D4F443-59AA-0D4F-BA7D-32F6068E799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205AEAD2-2A18-2D4A-91B3-368B52FA7C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1C36A9-E761-0148-9032-D81ACCB48A29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250" name="Picture 1017" descr="antenna_stylized">
              <a:extLst>
                <a:ext uri="{FF2B5EF4-FFF2-40B4-BE49-F238E27FC236}">
                  <a16:creationId xmlns:a16="http://schemas.microsoft.com/office/drawing/2014/main" id="{A1B3AFF0-514E-1142-A2F6-8BE3FF217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Picture 1018" descr="laptop_keyboard">
              <a:extLst>
                <a:ext uri="{FF2B5EF4-FFF2-40B4-BE49-F238E27FC236}">
                  <a16:creationId xmlns:a16="http://schemas.microsoft.com/office/drawing/2014/main" id="{F72A8B16-D68A-BE43-A9DC-2099F1288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" name="Freeform 1019">
              <a:extLst>
                <a:ext uri="{FF2B5EF4-FFF2-40B4-BE49-F238E27FC236}">
                  <a16:creationId xmlns:a16="http://schemas.microsoft.com/office/drawing/2014/main" id="{8BD550C1-DB66-1D43-B0FF-2194D6CE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3" name="Picture 1020" descr="screen">
              <a:extLst>
                <a:ext uri="{FF2B5EF4-FFF2-40B4-BE49-F238E27FC236}">
                  <a16:creationId xmlns:a16="http://schemas.microsoft.com/office/drawing/2014/main" id="{5B7A4293-9090-2C47-A5F9-1484B3E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1021">
              <a:extLst>
                <a:ext uri="{FF2B5EF4-FFF2-40B4-BE49-F238E27FC236}">
                  <a16:creationId xmlns:a16="http://schemas.microsoft.com/office/drawing/2014/main" id="{66A9E8A3-089D-144F-8C74-780D02523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Freeform 1022">
              <a:extLst>
                <a:ext uri="{FF2B5EF4-FFF2-40B4-BE49-F238E27FC236}">
                  <a16:creationId xmlns:a16="http://schemas.microsoft.com/office/drawing/2014/main" id="{2DEB5F56-4F04-4A4C-B2A9-7F75D761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 1023">
              <a:extLst>
                <a:ext uri="{FF2B5EF4-FFF2-40B4-BE49-F238E27FC236}">
                  <a16:creationId xmlns:a16="http://schemas.microsoft.com/office/drawing/2014/main" id="{264AB736-6181-DD49-9CF8-34CDC3C98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 1024">
              <a:extLst>
                <a:ext uri="{FF2B5EF4-FFF2-40B4-BE49-F238E27FC236}">
                  <a16:creationId xmlns:a16="http://schemas.microsoft.com/office/drawing/2014/main" id="{B30F467B-7CAE-E14D-A3A5-8BE8EC571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 1025">
              <a:extLst>
                <a:ext uri="{FF2B5EF4-FFF2-40B4-BE49-F238E27FC236}">
                  <a16:creationId xmlns:a16="http://schemas.microsoft.com/office/drawing/2014/main" id="{714DEECF-C2B9-3646-8D8C-520B14AFF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 1026">
              <a:extLst>
                <a:ext uri="{FF2B5EF4-FFF2-40B4-BE49-F238E27FC236}">
                  <a16:creationId xmlns:a16="http://schemas.microsoft.com/office/drawing/2014/main" id="{434760BE-7A82-7348-8C26-8BB88B73F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0" name="Group 1027">
              <a:extLst>
                <a:ext uri="{FF2B5EF4-FFF2-40B4-BE49-F238E27FC236}">
                  <a16:creationId xmlns:a16="http://schemas.microsoft.com/office/drawing/2014/main" id="{A3D737A2-33B2-B843-993D-3954163D2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7" name="Freeform 1028">
                <a:extLst>
                  <a:ext uri="{FF2B5EF4-FFF2-40B4-BE49-F238E27FC236}">
                    <a16:creationId xmlns:a16="http://schemas.microsoft.com/office/drawing/2014/main" id="{2B8D95DD-AA07-CA46-8938-5982463E0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1029">
                <a:extLst>
                  <a:ext uri="{FF2B5EF4-FFF2-40B4-BE49-F238E27FC236}">
                    <a16:creationId xmlns:a16="http://schemas.microsoft.com/office/drawing/2014/main" id="{F36872DC-490B-E041-B789-63AE7E7AC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1030">
                <a:extLst>
                  <a:ext uri="{FF2B5EF4-FFF2-40B4-BE49-F238E27FC236}">
                    <a16:creationId xmlns:a16="http://schemas.microsoft.com/office/drawing/2014/main" id="{97C01B49-8BEB-1A42-A62D-556A20AE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1031">
                <a:extLst>
                  <a:ext uri="{FF2B5EF4-FFF2-40B4-BE49-F238E27FC236}">
                    <a16:creationId xmlns:a16="http://schemas.microsoft.com/office/drawing/2014/main" id="{FDC4BA15-39D3-CD4E-97DA-6107F8C4D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1" name="Freeform 1032">
                <a:extLst>
                  <a:ext uri="{FF2B5EF4-FFF2-40B4-BE49-F238E27FC236}">
                    <a16:creationId xmlns:a16="http://schemas.microsoft.com/office/drawing/2014/main" id="{B4ED9D93-7953-574C-B8DB-E31647E5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Freeform 1033">
                <a:extLst>
                  <a:ext uri="{FF2B5EF4-FFF2-40B4-BE49-F238E27FC236}">
                    <a16:creationId xmlns:a16="http://schemas.microsoft.com/office/drawing/2014/main" id="{9040F4DE-59D9-0446-9953-D7CF4E60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61" name="Freeform 1034">
              <a:extLst>
                <a:ext uri="{FF2B5EF4-FFF2-40B4-BE49-F238E27FC236}">
                  <a16:creationId xmlns:a16="http://schemas.microsoft.com/office/drawing/2014/main" id="{2C7F706E-3A83-E04B-96B6-0DFA0DD1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Freeform 1035">
              <a:extLst>
                <a:ext uri="{FF2B5EF4-FFF2-40B4-BE49-F238E27FC236}">
                  <a16:creationId xmlns:a16="http://schemas.microsoft.com/office/drawing/2014/main" id="{60E14294-2508-FB4A-AE0F-000AF5BC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Freeform 1036">
              <a:extLst>
                <a:ext uri="{FF2B5EF4-FFF2-40B4-BE49-F238E27FC236}">
                  <a16:creationId xmlns:a16="http://schemas.microsoft.com/office/drawing/2014/main" id="{6816A6AE-0883-4D48-8DF3-05A4914E7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Freeform 1037">
              <a:extLst>
                <a:ext uri="{FF2B5EF4-FFF2-40B4-BE49-F238E27FC236}">
                  <a16:creationId xmlns:a16="http://schemas.microsoft.com/office/drawing/2014/main" id="{0C4F2B5B-D9EF-F242-A282-CB6CB4D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Freeform 1038">
              <a:extLst>
                <a:ext uri="{FF2B5EF4-FFF2-40B4-BE49-F238E27FC236}">
                  <a16:creationId xmlns:a16="http://schemas.microsoft.com/office/drawing/2014/main" id="{CA94116C-A643-F041-BE08-F16F1FF3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Freeform 1039">
              <a:extLst>
                <a:ext uri="{FF2B5EF4-FFF2-40B4-BE49-F238E27FC236}">
                  <a16:creationId xmlns:a16="http://schemas.microsoft.com/office/drawing/2014/main" id="{EBBEB869-CEFF-3B4D-8790-DF10B6E9E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E84195-0460-B24A-9BFA-64009B70F0D4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274" name="Picture 568" descr="light2.png">
              <a:extLst>
                <a:ext uri="{FF2B5EF4-FFF2-40B4-BE49-F238E27FC236}">
                  <a16:creationId xmlns:a16="http://schemas.microsoft.com/office/drawing/2014/main" id="{9C2ABCA4-2AB6-604A-BAF1-3DCCB40F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5" name="Picture 1017" descr="antenna_stylized">
              <a:extLst>
                <a:ext uri="{FF2B5EF4-FFF2-40B4-BE49-F238E27FC236}">
                  <a16:creationId xmlns:a16="http://schemas.microsoft.com/office/drawing/2014/main" id="{650AA1D1-0ECD-3E4A-81DB-CC97A96B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FF79B51-BA03-584F-A0CE-2E5C3CDBD9C8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277" name="Picture 603" descr="car_icon_small">
              <a:extLst>
                <a:ext uri="{FF2B5EF4-FFF2-40B4-BE49-F238E27FC236}">
                  <a16:creationId xmlns:a16="http://schemas.microsoft.com/office/drawing/2014/main" id="{A16178BF-CE10-DF42-8C1F-E2AAFB94B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BF73CD36-5E1A-D143-A3EA-87219824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53CF7AA-EEE7-E849-8975-45A554C35F5B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508AE9-865D-844C-B2E1-CAED9E70CF88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7" name="Picture 1115" descr="antenna_stylized">
                <a:extLst>
                  <a:ext uri="{FF2B5EF4-FFF2-40B4-BE49-F238E27FC236}">
                    <a16:creationId xmlns:a16="http://schemas.microsoft.com/office/drawing/2014/main" id="{AD910864-C9F4-C94B-9B97-60E50CF30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1116" descr="laptop_keyboard">
                <a:extLst>
                  <a:ext uri="{FF2B5EF4-FFF2-40B4-BE49-F238E27FC236}">
                    <a16:creationId xmlns:a16="http://schemas.microsoft.com/office/drawing/2014/main" id="{89C482D5-7199-3040-A39E-C983C7E76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9" name="Freeform 1117">
                <a:extLst>
                  <a:ext uri="{FF2B5EF4-FFF2-40B4-BE49-F238E27FC236}">
                    <a16:creationId xmlns:a16="http://schemas.microsoft.com/office/drawing/2014/main" id="{0D17FA05-6DB9-CE4E-8353-3DB3EF64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90" name="Picture 1118" descr="screen">
                <a:extLst>
                  <a:ext uri="{FF2B5EF4-FFF2-40B4-BE49-F238E27FC236}">
                    <a16:creationId xmlns:a16="http://schemas.microsoft.com/office/drawing/2014/main" id="{4A4B2A13-447B-ED4B-A13F-5489BEAC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1119">
                <a:extLst>
                  <a:ext uri="{FF2B5EF4-FFF2-40B4-BE49-F238E27FC236}">
                    <a16:creationId xmlns:a16="http://schemas.microsoft.com/office/drawing/2014/main" id="{02BC84AC-7149-BD45-BC93-E0DD4ADF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1120">
                <a:extLst>
                  <a:ext uri="{FF2B5EF4-FFF2-40B4-BE49-F238E27FC236}">
                    <a16:creationId xmlns:a16="http://schemas.microsoft.com/office/drawing/2014/main" id="{43377E2E-A43C-E048-A432-F337E7B5E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1121">
                <a:extLst>
                  <a:ext uri="{FF2B5EF4-FFF2-40B4-BE49-F238E27FC236}">
                    <a16:creationId xmlns:a16="http://schemas.microsoft.com/office/drawing/2014/main" id="{268349DA-55F4-ED45-92D9-0389907B3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1122">
                <a:extLst>
                  <a:ext uri="{FF2B5EF4-FFF2-40B4-BE49-F238E27FC236}">
                    <a16:creationId xmlns:a16="http://schemas.microsoft.com/office/drawing/2014/main" id="{EB4B31C8-34A6-6D47-B6E1-260958CFB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Freeform 1123">
                <a:extLst>
                  <a:ext uri="{FF2B5EF4-FFF2-40B4-BE49-F238E27FC236}">
                    <a16:creationId xmlns:a16="http://schemas.microsoft.com/office/drawing/2014/main" id="{91DE791A-C87B-7849-8B6A-CB3B398F1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Freeform 1124">
                <a:extLst>
                  <a:ext uri="{FF2B5EF4-FFF2-40B4-BE49-F238E27FC236}">
                    <a16:creationId xmlns:a16="http://schemas.microsoft.com/office/drawing/2014/main" id="{A02AA6E2-5FD6-D14F-9923-83771333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7" name="Group 1125">
                <a:extLst>
                  <a:ext uri="{FF2B5EF4-FFF2-40B4-BE49-F238E27FC236}">
                    <a16:creationId xmlns:a16="http://schemas.microsoft.com/office/drawing/2014/main" id="{7117A071-F66A-A547-B2A3-FDEC23474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4" name="Freeform 1126">
                  <a:extLst>
                    <a:ext uri="{FF2B5EF4-FFF2-40B4-BE49-F238E27FC236}">
                      <a16:creationId xmlns:a16="http://schemas.microsoft.com/office/drawing/2014/main" id="{C6A05ABF-09D5-204F-A863-798CDA488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1127">
                  <a:extLst>
                    <a:ext uri="{FF2B5EF4-FFF2-40B4-BE49-F238E27FC236}">
                      <a16:creationId xmlns:a16="http://schemas.microsoft.com/office/drawing/2014/main" id="{5CAC6B94-A95D-C842-8436-C6DF87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 1128">
                  <a:extLst>
                    <a:ext uri="{FF2B5EF4-FFF2-40B4-BE49-F238E27FC236}">
                      <a16:creationId xmlns:a16="http://schemas.microsoft.com/office/drawing/2014/main" id="{A944E62C-7CE5-5840-927D-ABB2F8B5C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 1129">
                  <a:extLst>
                    <a:ext uri="{FF2B5EF4-FFF2-40B4-BE49-F238E27FC236}">
                      <a16:creationId xmlns:a16="http://schemas.microsoft.com/office/drawing/2014/main" id="{5E333F33-6B42-F449-BD09-5F8DBBA55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1130">
                  <a:extLst>
                    <a:ext uri="{FF2B5EF4-FFF2-40B4-BE49-F238E27FC236}">
                      <a16:creationId xmlns:a16="http://schemas.microsoft.com/office/drawing/2014/main" id="{A3DB0786-C2BD-4E43-9012-01938AED5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 1131">
                  <a:extLst>
                    <a:ext uri="{FF2B5EF4-FFF2-40B4-BE49-F238E27FC236}">
                      <a16:creationId xmlns:a16="http://schemas.microsoft.com/office/drawing/2014/main" id="{36DD7204-13F9-8C4B-ADCB-9CEF387EE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8" name="Freeform 1132">
                <a:extLst>
                  <a:ext uri="{FF2B5EF4-FFF2-40B4-BE49-F238E27FC236}">
                    <a16:creationId xmlns:a16="http://schemas.microsoft.com/office/drawing/2014/main" id="{8DD637FC-2617-F14C-8226-2FC83A2DC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133">
                <a:extLst>
                  <a:ext uri="{FF2B5EF4-FFF2-40B4-BE49-F238E27FC236}">
                    <a16:creationId xmlns:a16="http://schemas.microsoft.com/office/drawing/2014/main" id="{DD3D6FA8-3859-DC44-8888-8CB70CFB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134">
                <a:extLst>
                  <a:ext uri="{FF2B5EF4-FFF2-40B4-BE49-F238E27FC236}">
                    <a16:creationId xmlns:a16="http://schemas.microsoft.com/office/drawing/2014/main" id="{C236FB39-37F7-B848-9AD5-F22CFFE06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135">
                <a:extLst>
                  <a:ext uri="{FF2B5EF4-FFF2-40B4-BE49-F238E27FC236}">
                    <a16:creationId xmlns:a16="http://schemas.microsoft.com/office/drawing/2014/main" id="{0FC27225-99A5-B741-A309-ECBEFBCA7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136">
                <a:extLst>
                  <a:ext uri="{FF2B5EF4-FFF2-40B4-BE49-F238E27FC236}">
                    <a16:creationId xmlns:a16="http://schemas.microsoft.com/office/drawing/2014/main" id="{E2FC0D41-6288-E741-A785-A83E6CED2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137">
                <a:extLst>
                  <a:ext uri="{FF2B5EF4-FFF2-40B4-BE49-F238E27FC236}">
                    <a16:creationId xmlns:a16="http://schemas.microsoft.com/office/drawing/2014/main" id="{CA6DB5BC-B521-B849-B156-91FAF531CEC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1" name="Group 1139">
              <a:extLst>
                <a:ext uri="{FF2B5EF4-FFF2-40B4-BE49-F238E27FC236}">
                  <a16:creationId xmlns:a16="http://schemas.microsoft.com/office/drawing/2014/main" id="{88F41A8A-CF3F-494E-9A2F-B26D7CA1643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5" name="Picture 1140" descr="desktop_computer_stylized_medium">
                <a:extLst>
                  <a:ext uri="{FF2B5EF4-FFF2-40B4-BE49-F238E27FC236}">
                    <a16:creationId xmlns:a16="http://schemas.microsoft.com/office/drawing/2014/main" id="{DF6CF23B-627F-354F-9A8F-4AC37674F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" name="Freeform 1141">
                <a:extLst>
                  <a:ext uri="{FF2B5EF4-FFF2-40B4-BE49-F238E27FC236}">
                    <a16:creationId xmlns:a16="http://schemas.microsoft.com/office/drawing/2014/main" id="{5B53917A-96FB-2B49-82B9-6BB3BB16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85FF657-B3CE-E945-BB86-D18EC9B7226A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83" name="Picture 571" descr="fridge2.png">
                <a:extLst>
                  <a:ext uri="{FF2B5EF4-FFF2-40B4-BE49-F238E27FC236}">
                    <a16:creationId xmlns:a16="http://schemas.microsoft.com/office/drawing/2014/main" id="{52D49911-07F8-3343-8A41-1B2AC79DB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5" descr="antenna_stylized">
                <a:extLst>
                  <a:ext uri="{FF2B5EF4-FFF2-40B4-BE49-F238E27FC236}">
                    <a16:creationId xmlns:a16="http://schemas.microsoft.com/office/drawing/2014/main" id="{E5CB4C1D-6CCE-AD42-A805-75067034C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017FE0-34A3-FC43-92EF-C44FBDE65EF6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1D2297AB-8C1D-774F-89FF-8EBF734EB162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983DA81-C479-F849-AB06-EDCD924EF8B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B934C059-B2C0-5D4F-95BD-4B77D403B52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20" name="Picture 319" descr="server_rack.png">
                  <a:extLst>
                    <a:ext uri="{FF2B5EF4-FFF2-40B4-BE49-F238E27FC236}">
                      <a16:creationId xmlns:a16="http://schemas.microsoft.com/office/drawing/2014/main" id="{764A46D5-D344-3246-B4CA-E1BF2CFDE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1" name="Picture 320" descr="server_rack.png">
                  <a:extLst>
                    <a:ext uri="{FF2B5EF4-FFF2-40B4-BE49-F238E27FC236}">
                      <a16:creationId xmlns:a16="http://schemas.microsoft.com/office/drawing/2014/main" id="{90C1BE08-C428-E74E-B929-C6D1271BF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2" name="Picture 321" descr="server_rack.png">
                  <a:extLst>
                    <a:ext uri="{FF2B5EF4-FFF2-40B4-BE49-F238E27FC236}">
                      <a16:creationId xmlns:a16="http://schemas.microsoft.com/office/drawing/2014/main" id="{35FFED4D-9863-0F4E-8222-4355646934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57017C35-5A73-C341-95B3-2D62C8998FD7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B18831A-9F50-FF4A-B278-F70615A9BC2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DFC7A0EC-A9C9-974E-928E-28DD6455D0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E480D9A5-8FB7-3647-AB54-42D9700E6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C17EE074-02D0-4143-8ED9-E4D22056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589F8E4F-69B9-FA46-8D10-90FC7573C7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590">
            <a:extLst>
              <a:ext uri="{FF2B5EF4-FFF2-40B4-BE49-F238E27FC236}">
                <a16:creationId xmlns:a16="http://schemas.microsoft.com/office/drawing/2014/main" id="{002C44D5-1F60-7447-A1D2-6EE5F80202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57" name="Picture 591" descr="desktop_computer_stylized_medium">
              <a:extLst>
                <a:ext uri="{FF2B5EF4-FFF2-40B4-BE49-F238E27FC236}">
                  <a16:creationId xmlns:a16="http://schemas.microsoft.com/office/drawing/2014/main" id="{7F433925-7699-B34E-88C0-C818C496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592">
              <a:extLst>
                <a:ext uri="{FF2B5EF4-FFF2-40B4-BE49-F238E27FC236}">
                  <a16:creationId xmlns:a16="http://schemas.microsoft.com/office/drawing/2014/main" id="{0D0F51BD-6356-DE48-89F6-A645151C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9" name="Group 1064">
            <a:extLst>
              <a:ext uri="{FF2B5EF4-FFF2-40B4-BE49-F238E27FC236}">
                <a16:creationId xmlns:a16="http://schemas.microsoft.com/office/drawing/2014/main" id="{CF2DB679-9CD3-5148-94F7-225CE8489122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360" name="Picture 1065" descr="antenna_stylized">
              <a:extLst>
                <a:ext uri="{FF2B5EF4-FFF2-40B4-BE49-F238E27FC236}">
                  <a16:creationId xmlns:a16="http://schemas.microsoft.com/office/drawing/2014/main" id="{9C0613C0-FBB7-284C-AA40-5548C7D21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1" name="Picture 1066" descr="laptop_keyboard">
              <a:extLst>
                <a:ext uri="{FF2B5EF4-FFF2-40B4-BE49-F238E27FC236}">
                  <a16:creationId xmlns:a16="http://schemas.microsoft.com/office/drawing/2014/main" id="{4AC7E45E-9572-044A-9C56-FC7ECFA55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1067">
              <a:extLst>
                <a:ext uri="{FF2B5EF4-FFF2-40B4-BE49-F238E27FC236}">
                  <a16:creationId xmlns:a16="http://schemas.microsoft.com/office/drawing/2014/main" id="{F03C1D3B-84C4-D14D-85A1-78A65057D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63" name="Picture 1068" descr="screen">
              <a:extLst>
                <a:ext uri="{FF2B5EF4-FFF2-40B4-BE49-F238E27FC236}">
                  <a16:creationId xmlns:a16="http://schemas.microsoft.com/office/drawing/2014/main" id="{F1045CBD-A537-1447-9CC0-AA3BBA3E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Freeform 1069">
              <a:extLst>
                <a:ext uri="{FF2B5EF4-FFF2-40B4-BE49-F238E27FC236}">
                  <a16:creationId xmlns:a16="http://schemas.microsoft.com/office/drawing/2014/main" id="{76BB7C6D-EEEF-2649-B828-0A9E5351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Freeform 1070">
              <a:extLst>
                <a:ext uri="{FF2B5EF4-FFF2-40B4-BE49-F238E27FC236}">
                  <a16:creationId xmlns:a16="http://schemas.microsoft.com/office/drawing/2014/main" id="{3EACCABC-F6A7-9342-BDAE-E9A2DF204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 1071">
              <a:extLst>
                <a:ext uri="{FF2B5EF4-FFF2-40B4-BE49-F238E27FC236}">
                  <a16:creationId xmlns:a16="http://schemas.microsoft.com/office/drawing/2014/main" id="{D720BF6A-08AA-AD41-9F98-FEEAF38F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 1072">
              <a:extLst>
                <a:ext uri="{FF2B5EF4-FFF2-40B4-BE49-F238E27FC236}">
                  <a16:creationId xmlns:a16="http://schemas.microsoft.com/office/drawing/2014/main" id="{EBF545D7-85F7-654E-89B4-82A30829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1073">
              <a:extLst>
                <a:ext uri="{FF2B5EF4-FFF2-40B4-BE49-F238E27FC236}">
                  <a16:creationId xmlns:a16="http://schemas.microsoft.com/office/drawing/2014/main" id="{6EF35D5A-3DBA-4D49-BA09-E93CEA36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 1074">
              <a:extLst>
                <a:ext uri="{FF2B5EF4-FFF2-40B4-BE49-F238E27FC236}">
                  <a16:creationId xmlns:a16="http://schemas.microsoft.com/office/drawing/2014/main" id="{B6F9A7A1-3455-6E4B-9C84-C9854E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0" name="Group 1075">
              <a:extLst>
                <a:ext uri="{FF2B5EF4-FFF2-40B4-BE49-F238E27FC236}">
                  <a16:creationId xmlns:a16="http://schemas.microsoft.com/office/drawing/2014/main" id="{EE846B91-FBCE-4D4F-98BC-92FA6506F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Freeform 1076">
                <a:extLst>
                  <a:ext uri="{FF2B5EF4-FFF2-40B4-BE49-F238E27FC236}">
                    <a16:creationId xmlns:a16="http://schemas.microsoft.com/office/drawing/2014/main" id="{446AF9FA-9A2B-6646-8305-E78C2A2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8" name="Freeform 1077">
                <a:extLst>
                  <a:ext uri="{FF2B5EF4-FFF2-40B4-BE49-F238E27FC236}">
                    <a16:creationId xmlns:a16="http://schemas.microsoft.com/office/drawing/2014/main" id="{032C23DF-A006-EC41-8986-D3A29EAAE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9" name="Freeform 1078">
                <a:extLst>
                  <a:ext uri="{FF2B5EF4-FFF2-40B4-BE49-F238E27FC236}">
                    <a16:creationId xmlns:a16="http://schemas.microsoft.com/office/drawing/2014/main" id="{12058F0B-8516-DB42-97C6-166A9AB8D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0" name="Freeform 1079">
                <a:extLst>
                  <a:ext uri="{FF2B5EF4-FFF2-40B4-BE49-F238E27FC236}">
                    <a16:creationId xmlns:a16="http://schemas.microsoft.com/office/drawing/2014/main" id="{E56484E4-7DE8-5D40-A604-ADBF9CAC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1" name="Freeform 1080">
                <a:extLst>
                  <a:ext uri="{FF2B5EF4-FFF2-40B4-BE49-F238E27FC236}">
                    <a16:creationId xmlns:a16="http://schemas.microsoft.com/office/drawing/2014/main" id="{F26D0989-3D25-C44A-99EB-C0C43C9CA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2" name="Freeform 1081">
                <a:extLst>
                  <a:ext uri="{FF2B5EF4-FFF2-40B4-BE49-F238E27FC236}">
                    <a16:creationId xmlns:a16="http://schemas.microsoft.com/office/drawing/2014/main" id="{F72E0F31-1D88-144B-BBDB-07D0278D1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1" name="Freeform 1082">
              <a:extLst>
                <a:ext uri="{FF2B5EF4-FFF2-40B4-BE49-F238E27FC236}">
                  <a16:creationId xmlns:a16="http://schemas.microsoft.com/office/drawing/2014/main" id="{ACBC1450-C521-8449-9515-C8DD92D5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1083">
              <a:extLst>
                <a:ext uri="{FF2B5EF4-FFF2-40B4-BE49-F238E27FC236}">
                  <a16:creationId xmlns:a16="http://schemas.microsoft.com/office/drawing/2014/main" id="{FF494D13-5944-0E4F-BD7D-0B76A1DA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Freeform 1084">
              <a:extLst>
                <a:ext uri="{FF2B5EF4-FFF2-40B4-BE49-F238E27FC236}">
                  <a16:creationId xmlns:a16="http://schemas.microsoft.com/office/drawing/2014/main" id="{9558A80C-37DE-F248-8BD6-AB3D92B29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Freeform 1085">
              <a:extLst>
                <a:ext uri="{FF2B5EF4-FFF2-40B4-BE49-F238E27FC236}">
                  <a16:creationId xmlns:a16="http://schemas.microsoft.com/office/drawing/2014/main" id="{B4C7A048-5EFA-F841-8C13-E26E13A6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1086">
              <a:extLst>
                <a:ext uri="{FF2B5EF4-FFF2-40B4-BE49-F238E27FC236}">
                  <a16:creationId xmlns:a16="http://schemas.microsoft.com/office/drawing/2014/main" id="{AEB574AA-8683-A443-B9F7-0D254045C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Freeform 1087">
              <a:extLst>
                <a:ext uri="{FF2B5EF4-FFF2-40B4-BE49-F238E27FC236}">
                  <a16:creationId xmlns:a16="http://schemas.microsoft.com/office/drawing/2014/main" id="{F9C1D164-EACB-FA4C-A7B6-9E26AB4B77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0E70B6A3-FE5E-A44E-9290-B5AD07E8CD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F2BC7D5E-BF7D-1249-AFC8-B8B0E8165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5BDC8880-AD2D-4C4E-B14E-AAED9CDF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6" name="Group 590">
            <a:extLst>
              <a:ext uri="{FF2B5EF4-FFF2-40B4-BE49-F238E27FC236}">
                <a16:creationId xmlns:a16="http://schemas.microsoft.com/office/drawing/2014/main" id="{F4D03415-B38F-5B44-9B13-ABF6FE4BB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387" name="Picture 591" descr="desktop_computer_stylized_medium">
              <a:extLst>
                <a:ext uri="{FF2B5EF4-FFF2-40B4-BE49-F238E27FC236}">
                  <a16:creationId xmlns:a16="http://schemas.microsoft.com/office/drawing/2014/main" id="{32EA6117-AAC5-C94D-B49B-C43DF16E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592">
              <a:extLst>
                <a:ext uri="{FF2B5EF4-FFF2-40B4-BE49-F238E27FC236}">
                  <a16:creationId xmlns:a16="http://schemas.microsoft.com/office/drawing/2014/main" id="{3508017E-8AA9-D647-891A-276887DA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9" name="Group 1064">
            <a:extLst>
              <a:ext uri="{FF2B5EF4-FFF2-40B4-BE49-F238E27FC236}">
                <a16:creationId xmlns:a16="http://schemas.microsoft.com/office/drawing/2014/main" id="{8D491387-EBC3-2D40-9285-1F06C1D72E08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390" name="Picture 1065" descr="antenna_stylized">
              <a:extLst>
                <a:ext uri="{FF2B5EF4-FFF2-40B4-BE49-F238E27FC236}">
                  <a16:creationId xmlns:a16="http://schemas.microsoft.com/office/drawing/2014/main" id="{E1605A46-E7E7-DA4D-A7B1-3F2BF5D0E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1" name="Picture 1066" descr="laptop_keyboard">
              <a:extLst>
                <a:ext uri="{FF2B5EF4-FFF2-40B4-BE49-F238E27FC236}">
                  <a16:creationId xmlns:a16="http://schemas.microsoft.com/office/drawing/2014/main" id="{E538A48B-7DCF-524B-8A59-631429692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Freeform 1067">
              <a:extLst>
                <a:ext uri="{FF2B5EF4-FFF2-40B4-BE49-F238E27FC236}">
                  <a16:creationId xmlns:a16="http://schemas.microsoft.com/office/drawing/2014/main" id="{0DF72841-010E-EF4C-BF8A-91211757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3" name="Picture 1068" descr="screen">
              <a:extLst>
                <a:ext uri="{FF2B5EF4-FFF2-40B4-BE49-F238E27FC236}">
                  <a16:creationId xmlns:a16="http://schemas.microsoft.com/office/drawing/2014/main" id="{05FB75E6-02C0-C749-B8C1-6EE94751E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4" name="Freeform 1069">
              <a:extLst>
                <a:ext uri="{FF2B5EF4-FFF2-40B4-BE49-F238E27FC236}">
                  <a16:creationId xmlns:a16="http://schemas.microsoft.com/office/drawing/2014/main" id="{2C42E210-EA7A-7243-97B1-C77EE247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5" name="Freeform 1070">
              <a:extLst>
                <a:ext uri="{FF2B5EF4-FFF2-40B4-BE49-F238E27FC236}">
                  <a16:creationId xmlns:a16="http://schemas.microsoft.com/office/drawing/2014/main" id="{020C16FB-B47C-5A40-8613-E3DA0F013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 1071">
              <a:extLst>
                <a:ext uri="{FF2B5EF4-FFF2-40B4-BE49-F238E27FC236}">
                  <a16:creationId xmlns:a16="http://schemas.microsoft.com/office/drawing/2014/main" id="{B6AF1532-CB13-784D-8AF3-B5F865952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 1072">
              <a:extLst>
                <a:ext uri="{FF2B5EF4-FFF2-40B4-BE49-F238E27FC236}">
                  <a16:creationId xmlns:a16="http://schemas.microsoft.com/office/drawing/2014/main" id="{A71AE470-9F14-D044-93DB-3DCB5DBE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 1073">
              <a:extLst>
                <a:ext uri="{FF2B5EF4-FFF2-40B4-BE49-F238E27FC236}">
                  <a16:creationId xmlns:a16="http://schemas.microsoft.com/office/drawing/2014/main" id="{7753045D-9842-CC41-9B0D-EB58149E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 1074">
              <a:extLst>
                <a:ext uri="{FF2B5EF4-FFF2-40B4-BE49-F238E27FC236}">
                  <a16:creationId xmlns:a16="http://schemas.microsoft.com/office/drawing/2014/main" id="{FB62560B-8A1D-1D4A-9C7F-3D1ED4E8C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0" name="Group 1075">
              <a:extLst>
                <a:ext uri="{FF2B5EF4-FFF2-40B4-BE49-F238E27FC236}">
                  <a16:creationId xmlns:a16="http://schemas.microsoft.com/office/drawing/2014/main" id="{954A64CB-1C45-324C-8CBE-16624C1A0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7" name="Freeform 1076">
                <a:extLst>
                  <a:ext uri="{FF2B5EF4-FFF2-40B4-BE49-F238E27FC236}">
                    <a16:creationId xmlns:a16="http://schemas.microsoft.com/office/drawing/2014/main" id="{69DEB18E-BA65-9043-A426-C13F7671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8" name="Freeform 1077">
                <a:extLst>
                  <a:ext uri="{FF2B5EF4-FFF2-40B4-BE49-F238E27FC236}">
                    <a16:creationId xmlns:a16="http://schemas.microsoft.com/office/drawing/2014/main" id="{4DE24D51-7581-B14D-B3B6-84A687083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9" name="Freeform 1078">
                <a:extLst>
                  <a:ext uri="{FF2B5EF4-FFF2-40B4-BE49-F238E27FC236}">
                    <a16:creationId xmlns:a16="http://schemas.microsoft.com/office/drawing/2014/main" id="{EFD736A0-861B-7C41-B7C6-101FA037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0" name="Freeform 1079">
                <a:extLst>
                  <a:ext uri="{FF2B5EF4-FFF2-40B4-BE49-F238E27FC236}">
                    <a16:creationId xmlns:a16="http://schemas.microsoft.com/office/drawing/2014/main" id="{8BD7163E-D90B-7647-AEF5-5CECAFA59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1" name="Freeform 1080">
                <a:extLst>
                  <a:ext uri="{FF2B5EF4-FFF2-40B4-BE49-F238E27FC236}">
                    <a16:creationId xmlns:a16="http://schemas.microsoft.com/office/drawing/2014/main" id="{FC877D4D-D065-104D-8CA3-E0607A9B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1081">
                <a:extLst>
                  <a:ext uri="{FF2B5EF4-FFF2-40B4-BE49-F238E27FC236}">
                    <a16:creationId xmlns:a16="http://schemas.microsoft.com/office/drawing/2014/main" id="{BA9728F5-6BD1-104C-9953-C37CCA79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01" name="Freeform 1082">
              <a:extLst>
                <a:ext uri="{FF2B5EF4-FFF2-40B4-BE49-F238E27FC236}">
                  <a16:creationId xmlns:a16="http://schemas.microsoft.com/office/drawing/2014/main" id="{D3A627E4-20E1-094F-91E7-9E62C1D73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2" name="Freeform 1083">
              <a:extLst>
                <a:ext uri="{FF2B5EF4-FFF2-40B4-BE49-F238E27FC236}">
                  <a16:creationId xmlns:a16="http://schemas.microsoft.com/office/drawing/2014/main" id="{DE5062C9-C70B-B74E-90B7-8B999FB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3" name="Freeform 1084">
              <a:extLst>
                <a:ext uri="{FF2B5EF4-FFF2-40B4-BE49-F238E27FC236}">
                  <a16:creationId xmlns:a16="http://schemas.microsoft.com/office/drawing/2014/main" id="{60A19E6B-9711-D44A-9A86-78531884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4" name="Freeform 1085">
              <a:extLst>
                <a:ext uri="{FF2B5EF4-FFF2-40B4-BE49-F238E27FC236}">
                  <a16:creationId xmlns:a16="http://schemas.microsoft.com/office/drawing/2014/main" id="{DABF2084-7101-4A42-808E-03169821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5" name="Freeform 1086">
              <a:extLst>
                <a:ext uri="{FF2B5EF4-FFF2-40B4-BE49-F238E27FC236}">
                  <a16:creationId xmlns:a16="http://schemas.microsoft.com/office/drawing/2014/main" id="{3BECAB59-402D-C44C-8F0A-AC630F6F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6" name="Freeform 1087">
              <a:extLst>
                <a:ext uri="{FF2B5EF4-FFF2-40B4-BE49-F238E27FC236}">
                  <a16:creationId xmlns:a16="http://schemas.microsoft.com/office/drawing/2014/main" id="{C431D1EA-39CA-5549-B407-D7CBF12DC3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3" name="Freeform 984">
            <a:extLst>
              <a:ext uri="{FF2B5EF4-FFF2-40B4-BE49-F238E27FC236}">
                <a16:creationId xmlns:a16="http://schemas.microsoft.com/office/drawing/2014/main" id="{EF28E360-D52F-294F-97A4-5B43A7D60CE3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Freeform 986">
            <a:extLst>
              <a:ext uri="{FF2B5EF4-FFF2-40B4-BE49-F238E27FC236}">
                <a16:creationId xmlns:a16="http://schemas.microsoft.com/office/drawing/2014/main" id="{9D5E80B1-F637-9E4D-BFD5-5F5ADB827A42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Freeform 987">
            <a:extLst>
              <a:ext uri="{FF2B5EF4-FFF2-40B4-BE49-F238E27FC236}">
                <a16:creationId xmlns:a16="http://schemas.microsoft.com/office/drawing/2014/main" id="{F21D56DB-F5E9-8D44-92D9-C4770361B950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988">
            <a:extLst>
              <a:ext uri="{FF2B5EF4-FFF2-40B4-BE49-F238E27FC236}">
                <a16:creationId xmlns:a16="http://schemas.microsoft.com/office/drawing/2014/main" id="{0447DE90-707A-1F42-8981-9A87D22C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7" name="Group 989">
            <a:extLst>
              <a:ext uri="{FF2B5EF4-FFF2-40B4-BE49-F238E27FC236}">
                <a16:creationId xmlns:a16="http://schemas.microsoft.com/office/drawing/2014/main" id="{A6C8AE16-7445-9845-8F83-A3F851D4F042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418" name="AutoShape 990">
              <a:extLst>
                <a:ext uri="{FF2B5EF4-FFF2-40B4-BE49-F238E27FC236}">
                  <a16:creationId xmlns:a16="http://schemas.microsoft.com/office/drawing/2014/main" id="{5E1B1032-2F46-EF4A-B472-E7BC9E83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9" name="AutoShape 991">
              <a:extLst>
                <a:ext uri="{FF2B5EF4-FFF2-40B4-BE49-F238E27FC236}">
                  <a16:creationId xmlns:a16="http://schemas.microsoft.com/office/drawing/2014/main" id="{F24B042A-2483-8545-A723-0074F55A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0" name="Rectangle 992">
            <a:extLst>
              <a:ext uri="{FF2B5EF4-FFF2-40B4-BE49-F238E27FC236}">
                <a16:creationId xmlns:a16="http://schemas.microsoft.com/office/drawing/2014/main" id="{E881C066-69A3-D649-893B-A3C4CB9FA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1" name="Group 993">
            <a:extLst>
              <a:ext uri="{FF2B5EF4-FFF2-40B4-BE49-F238E27FC236}">
                <a16:creationId xmlns:a16="http://schemas.microsoft.com/office/drawing/2014/main" id="{2B8081F4-DBFC-C442-BDEE-DF67BF3817BC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422" name="AutoShape 994">
              <a:extLst>
                <a:ext uri="{FF2B5EF4-FFF2-40B4-BE49-F238E27FC236}">
                  <a16:creationId xmlns:a16="http://schemas.microsoft.com/office/drawing/2014/main" id="{B9A9624E-B9DF-9A46-B31E-DD7EFD0F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3" name="AutoShape 995">
              <a:extLst>
                <a:ext uri="{FF2B5EF4-FFF2-40B4-BE49-F238E27FC236}">
                  <a16:creationId xmlns:a16="http://schemas.microsoft.com/office/drawing/2014/main" id="{642F554B-5A88-A44B-AAB6-61F7D5A17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4" name="Rectangle 996">
            <a:extLst>
              <a:ext uri="{FF2B5EF4-FFF2-40B4-BE49-F238E27FC236}">
                <a16:creationId xmlns:a16="http://schemas.microsoft.com/office/drawing/2014/main" id="{2F7E8752-11E5-3642-90E6-5285D40E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25" name="Rectangle 997">
            <a:extLst>
              <a:ext uri="{FF2B5EF4-FFF2-40B4-BE49-F238E27FC236}">
                <a16:creationId xmlns:a16="http://schemas.microsoft.com/office/drawing/2014/main" id="{C884D5C3-FF18-F04A-B4E2-7E02117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6" name="Group 998">
            <a:extLst>
              <a:ext uri="{FF2B5EF4-FFF2-40B4-BE49-F238E27FC236}">
                <a16:creationId xmlns:a16="http://schemas.microsoft.com/office/drawing/2014/main" id="{D321F228-396F-C44B-AA64-15D0F1B6CEFB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427" name="AutoShape 999">
              <a:extLst>
                <a:ext uri="{FF2B5EF4-FFF2-40B4-BE49-F238E27FC236}">
                  <a16:creationId xmlns:a16="http://schemas.microsoft.com/office/drawing/2014/main" id="{849EBD72-C779-B442-B144-4C92B9E7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AutoShape 1000">
              <a:extLst>
                <a:ext uri="{FF2B5EF4-FFF2-40B4-BE49-F238E27FC236}">
                  <a16:creationId xmlns:a16="http://schemas.microsoft.com/office/drawing/2014/main" id="{D93FB61F-FF29-F24D-8788-4165F508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9" name="Freeform 1001">
            <a:extLst>
              <a:ext uri="{FF2B5EF4-FFF2-40B4-BE49-F238E27FC236}">
                <a16:creationId xmlns:a16="http://schemas.microsoft.com/office/drawing/2014/main" id="{A40EEA2E-A801-414B-8FBC-BBC009ECE19B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0" name="Group 1002">
            <a:extLst>
              <a:ext uri="{FF2B5EF4-FFF2-40B4-BE49-F238E27FC236}">
                <a16:creationId xmlns:a16="http://schemas.microsoft.com/office/drawing/2014/main" id="{F068EC4B-78B0-B24C-99A7-F96D6C86A2B9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431" name="AutoShape 1003">
              <a:extLst>
                <a:ext uri="{FF2B5EF4-FFF2-40B4-BE49-F238E27FC236}">
                  <a16:creationId xmlns:a16="http://schemas.microsoft.com/office/drawing/2014/main" id="{76307DFD-7DBD-DD4D-8615-A8A8D15D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2" name="AutoShape 1004">
              <a:extLst>
                <a:ext uri="{FF2B5EF4-FFF2-40B4-BE49-F238E27FC236}">
                  <a16:creationId xmlns:a16="http://schemas.microsoft.com/office/drawing/2014/main" id="{B5EA7410-FCB5-3C42-A74F-F566ABFA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33" name="Rectangle 1005">
            <a:extLst>
              <a:ext uri="{FF2B5EF4-FFF2-40B4-BE49-F238E27FC236}">
                <a16:creationId xmlns:a16="http://schemas.microsoft.com/office/drawing/2014/main" id="{10238275-C02A-F74A-A765-B593C055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4" name="Freeform 1006">
            <a:extLst>
              <a:ext uri="{FF2B5EF4-FFF2-40B4-BE49-F238E27FC236}">
                <a16:creationId xmlns:a16="http://schemas.microsoft.com/office/drawing/2014/main" id="{81D6D301-6C77-C64B-B2D0-382D840AA7FC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5" name="Freeform 1007">
            <a:extLst>
              <a:ext uri="{FF2B5EF4-FFF2-40B4-BE49-F238E27FC236}">
                <a16:creationId xmlns:a16="http://schemas.microsoft.com/office/drawing/2014/main" id="{6966CA35-6F7B-6C4F-AEE3-078FED56DF20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Oval 1008">
            <a:extLst>
              <a:ext uri="{FF2B5EF4-FFF2-40B4-BE49-F238E27FC236}">
                <a16:creationId xmlns:a16="http://schemas.microsoft.com/office/drawing/2014/main" id="{2CFA9381-C4F6-8A4A-BCBB-3123886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7" name="Freeform 1009">
            <a:extLst>
              <a:ext uri="{FF2B5EF4-FFF2-40B4-BE49-F238E27FC236}">
                <a16:creationId xmlns:a16="http://schemas.microsoft.com/office/drawing/2014/main" id="{B30AEBEB-78E1-754E-BA64-FEE706BFF392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8" name="AutoShape 1010">
            <a:extLst>
              <a:ext uri="{FF2B5EF4-FFF2-40B4-BE49-F238E27FC236}">
                <a16:creationId xmlns:a16="http://schemas.microsoft.com/office/drawing/2014/main" id="{F2779901-7D8F-784A-8E8D-39703670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9" name="AutoShape 1011">
            <a:extLst>
              <a:ext uri="{FF2B5EF4-FFF2-40B4-BE49-F238E27FC236}">
                <a16:creationId xmlns:a16="http://schemas.microsoft.com/office/drawing/2014/main" id="{87A8BD55-4166-4643-A7DA-52B9D36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0" name="Oval 1012">
            <a:extLst>
              <a:ext uri="{FF2B5EF4-FFF2-40B4-BE49-F238E27FC236}">
                <a16:creationId xmlns:a16="http://schemas.microsoft.com/office/drawing/2014/main" id="{0F991E83-25F4-2549-B34F-7A984720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1" name="Oval 1013">
            <a:extLst>
              <a:ext uri="{FF2B5EF4-FFF2-40B4-BE49-F238E27FC236}">
                <a16:creationId xmlns:a16="http://schemas.microsoft.com/office/drawing/2014/main" id="{01F6513A-F015-D94A-929C-75D48673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2" name="Oval 1014">
            <a:extLst>
              <a:ext uri="{FF2B5EF4-FFF2-40B4-BE49-F238E27FC236}">
                <a16:creationId xmlns:a16="http://schemas.microsoft.com/office/drawing/2014/main" id="{DF2F1710-E7DF-7E48-A534-44E42CD0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3" name="Rectangle 1015">
            <a:extLst>
              <a:ext uri="{FF2B5EF4-FFF2-40B4-BE49-F238E27FC236}">
                <a16:creationId xmlns:a16="http://schemas.microsoft.com/office/drawing/2014/main" id="{328DCBC9-32E9-FD44-B2CF-3BC801D5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47" name="Group 590">
            <a:extLst>
              <a:ext uri="{FF2B5EF4-FFF2-40B4-BE49-F238E27FC236}">
                <a16:creationId xmlns:a16="http://schemas.microsoft.com/office/drawing/2014/main" id="{CCAB7625-FEE3-BB4A-97C1-EF1CC267990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51" name="Picture 591" descr="desktop_computer_stylized_medium">
              <a:extLst>
                <a:ext uri="{FF2B5EF4-FFF2-40B4-BE49-F238E27FC236}">
                  <a16:creationId xmlns:a16="http://schemas.microsoft.com/office/drawing/2014/main" id="{FC71EB74-5BE7-7A48-B637-5058D8494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2" name="Freeform 592">
              <a:extLst>
                <a:ext uri="{FF2B5EF4-FFF2-40B4-BE49-F238E27FC236}">
                  <a16:creationId xmlns:a16="http://schemas.microsoft.com/office/drawing/2014/main" id="{B9007CC0-7362-AE4E-9B5B-742E3046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47118FD-7A98-6943-B3A3-B578E5FB9F06}"/>
              </a:ext>
            </a:extLst>
          </p:cNvPr>
          <p:cNvSpPr/>
          <p:nvPr/>
        </p:nvSpPr>
        <p:spPr>
          <a:xfrm>
            <a:off x="6406266" y="1372497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6" name="Group 652">
            <a:extLst>
              <a:ext uri="{FF2B5EF4-FFF2-40B4-BE49-F238E27FC236}">
                <a16:creationId xmlns:a16="http://schemas.microsoft.com/office/drawing/2014/main" id="{84B474B2-2AC4-EC40-9EA0-B5E48CE68CBD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453" name="Picture 653" descr="iphone_stylized_small">
              <a:extLst>
                <a:ext uri="{FF2B5EF4-FFF2-40B4-BE49-F238E27FC236}">
                  <a16:creationId xmlns:a16="http://schemas.microsoft.com/office/drawing/2014/main" id="{34A94CEC-DE5F-E64D-A5B4-F04DB323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4" name="Picture 654" descr="antenna_radiation_stylized">
              <a:extLst>
                <a:ext uri="{FF2B5EF4-FFF2-40B4-BE49-F238E27FC236}">
                  <a16:creationId xmlns:a16="http://schemas.microsoft.com/office/drawing/2014/main" id="{67C4AABE-F80E-F846-A0E8-D555DE64E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84" name="Group 950">
            <a:extLst>
              <a:ext uri="{FF2B5EF4-FFF2-40B4-BE49-F238E27FC236}">
                <a16:creationId xmlns:a16="http://schemas.microsoft.com/office/drawing/2014/main" id="{7CEBBAF6-579E-3943-B1EB-BB883618D6D9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85" name="Freeform 951">
              <a:extLst>
                <a:ext uri="{FF2B5EF4-FFF2-40B4-BE49-F238E27FC236}">
                  <a16:creationId xmlns:a16="http://schemas.microsoft.com/office/drawing/2014/main" id="{984581C6-7CED-A042-809F-11066F04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6" name="Rectangle 952">
              <a:extLst>
                <a:ext uri="{FF2B5EF4-FFF2-40B4-BE49-F238E27FC236}">
                  <a16:creationId xmlns:a16="http://schemas.microsoft.com/office/drawing/2014/main" id="{0E0A78D4-7C3B-2143-AE69-FA504AD7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7" name="Freeform 953">
              <a:extLst>
                <a:ext uri="{FF2B5EF4-FFF2-40B4-BE49-F238E27FC236}">
                  <a16:creationId xmlns:a16="http://schemas.microsoft.com/office/drawing/2014/main" id="{B0C7F238-A8B7-7443-8BA5-8939FF6B5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Freeform 954">
              <a:extLst>
                <a:ext uri="{FF2B5EF4-FFF2-40B4-BE49-F238E27FC236}">
                  <a16:creationId xmlns:a16="http://schemas.microsoft.com/office/drawing/2014/main" id="{6F90FD17-11E4-EE4F-AF2F-7122C053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9" name="Rectangle 955">
              <a:extLst>
                <a:ext uri="{FF2B5EF4-FFF2-40B4-BE49-F238E27FC236}">
                  <a16:creationId xmlns:a16="http://schemas.microsoft.com/office/drawing/2014/main" id="{53A75298-B138-094F-9787-1B231F48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0" name="Group 956">
              <a:extLst>
                <a:ext uri="{FF2B5EF4-FFF2-40B4-BE49-F238E27FC236}">
                  <a16:creationId xmlns:a16="http://schemas.microsoft.com/office/drawing/2014/main" id="{AD456B50-CD82-6F4C-9CF1-09ABBC571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5" name="AutoShape 957">
                <a:extLst>
                  <a:ext uri="{FF2B5EF4-FFF2-40B4-BE49-F238E27FC236}">
                    <a16:creationId xmlns:a16="http://schemas.microsoft.com/office/drawing/2014/main" id="{4C074F81-A723-5F4E-9479-CE1CDCFBC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6" name="AutoShape 958">
                <a:extLst>
                  <a:ext uri="{FF2B5EF4-FFF2-40B4-BE49-F238E27FC236}">
                    <a16:creationId xmlns:a16="http://schemas.microsoft.com/office/drawing/2014/main" id="{4DE71513-1E1D-B644-992C-AE6AB0DB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1" name="Rectangle 959">
              <a:extLst>
                <a:ext uri="{FF2B5EF4-FFF2-40B4-BE49-F238E27FC236}">
                  <a16:creationId xmlns:a16="http://schemas.microsoft.com/office/drawing/2014/main" id="{05D448DB-B3CB-C64D-8C4B-72D790DFF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2" name="Group 960">
              <a:extLst>
                <a:ext uri="{FF2B5EF4-FFF2-40B4-BE49-F238E27FC236}">
                  <a16:creationId xmlns:a16="http://schemas.microsoft.com/office/drawing/2014/main" id="{9CDEBDA5-A066-D749-B9E9-47DB05253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3" name="AutoShape 961">
                <a:extLst>
                  <a:ext uri="{FF2B5EF4-FFF2-40B4-BE49-F238E27FC236}">
                    <a16:creationId xmlns:a16="http://schemas.microsoft.com/office/drawing/2014/main" id="{8E73CA32-EF58-EA45-A4FE-37E560EB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4" name="AutoShape 962">
                <a:extLst>
                  <a:ext uri="{FF2B5EF4-FFF2-40B4-BE49-F238E27FC236}">
                    <a16:creationId xmlns:a16="http://schemas.microsoft.com/office/drawing/2014/main" id="{2E2C05F9-1F42-CF46-83F8-339E874C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3" name="Rectangle 963">
              <a:extLst>
                <a:ext uri="{FF2B5EF4-FFF2-40B4-BE49-F238E27FC236}">
                  <a16:creationId xmlns:a16="http://schemas.microsoft.com/office/drawing/2014/main" id="{D2B5715C-9E55-D04D-BD32-A700B9DCC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4" name="Rectangle 964">
              <a:extLst>
                <a:ext uri="{FF2B5EF4-FFF2-40B4-BE49-F238E27FC236}">
                  <a16:creationId xmlns:a16="http://schemas.microsoft.com/office/drawing/2014/main" id="{3A8FF8A7-C248-1B42-80FA-051974D9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5" name="Group 965">
              <a:extLst>
                <a:ext uri="{FF2B5EF4-FFF2-40B4-BE49-F238E27FC236}">
                  <a16:creationId xmlns:a16="http://schemas.microsoft.com/office/drawing/2014/main" id="{8E71E5B0-A3F5-D344-B255-99112EB19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1" name="AutoShape 966">
                <a:extLst>
                  <a:ext uri="{FF2B5EF4-FFF2-40B4-BE49-F238E27FC236}">
                    <a16:creationId xmlns:a16="http://schemas.microsoft.com/office/drawing/2014/main" id="{A2F22898-EA39-FB4D-B255-ABCB1B7C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2" name="AutoShape 967">
                <a:extLst>
                  <a:ext uri="{FF2B5EF4-FFF2-40B4-BE49-F238E27FC236}">
                    <a16:creationId xmlns:a16="http://schemas.microsoft.com/office/drawing/2014/main" id="{FBF034BA-270B-6F40-B57B-8A19ABF28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6" name="Freeform 968">
              <a:extLst>
                <a:ext uri="{FF2B5EF4-FFF2-40B4-BE49-F238E27FC236}">
                  <a16:creationId xmlns:a16="http://schemas.microsoft.com/office/drawing/2014/main" id="{C6616798-D999-124B-8365-0FF6B1AC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7" name="Group 969">
              <a:extLst>
                <a:ext uri="{FF2B5EF4-FFF2-40B4-BE49-F238E27FC236}">
                  <a16:creationId xmlns:a16="http://schemas.microsoft.com/office/drawing/2014/main" id="{0D2B7299-399C-9748-80B1-8B82EA570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9" name="AutoShape 970">
                <a:extLst>
                  <a:ext uri="{FF2B5EF4-FFF2-40B4-BE49-F238E27FC236}">
                    <a16:creationId xmlns:a16="http://schemas.microsoft.com/office/drawing/2014/main" id="{791F8FFE-36CE-5D47-899C-7B6F5471D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0" name="AutoShape 971">
                <a:extLst>
                  <a:ext uri="{FF2B5EF4-FFF2-40B4-BE49-F238E27FC236}">
                    <a16:creationId xmlns:a16="http://schemas.microsoft.com/office/drawing/2014/main" id="{96614370-C84C-644E-AF93-94853FD4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8" name="Rectangle 972">
              <a:extLst>
                <a:ext uri="{FF2B5EF4-FFF2-40B4-BE49-F238E27FC236}">
                  <a16:creationId xmlns:a16="http://schemas.microsoft.com/office/drawing/2014/main" id="{3024E21F-4580-974D-A923-DBF7106E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9" name="Freeform 973">
              <a:extLst>
                <a:ext uri="{FF2B5EF4-FFF2-40B4-BE49-F238E27FC236}">
                  <a16:creationId xmlns:a16="http://schemas.microsoft.com/office/drawing/2014/main" id="{355CC750-A436-114A-B13D-15B18BE0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0" name="Freeform 974">
              <a:extLst>
                <a:ext uri="{FF2B5EF4-FFF2-40B4-BE49-F238E27FC236}">
                  <a16:creationId xmlns:a16="http://schemas.microsoft.com/office/drawing/2014/main" id="{D88AEB08-419C-994D-B9AF-2D260494D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1" name="Oval 975">
              <a:extLst>
                <a:ext uri="{FF2B5EF4-FFF2-40B4-BE49-F238E27FC236}">
                  <a16:creationId xmlns:a16="http://schemas.microsoft.com/office/drawing/2014/main" id="{A70DC3D0-7F41-FB4E-BF25-4A8051E0D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2" name="Freeform 976">
              <a:extLst>
                <a:ext uri="{FF2B5EF4-FFF2-40B4-BE49-F238E27FC236}">
                  <a16:creationId xmlns:a16="http://schemas.microsoft.com/office/drawing/2014/main" id="{00011472-61BE-7D4E-BF36-C4C4F0A5D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AutoShape 977">
              <a:extLst>
                <a:ext uri="{FF2B5EF4-FFF2-40B4-BE49-F238E27FC236}">
                  <a16:creationId xmlns:a16="http://schemas.microsoft.com/office/drawing/2014/main" id="{369D2889-1BFC-A340-B67F-54F258D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4" name="AutoShape 978">
              <a:extLst>
                <a:ext uri="{FF2B5EF4-FFF2-40B4-BE49-F238E27FC236}">
                  <a16:creationId xmlns:a16="http://schemas.microsoft.com/office/drawing/2014/main" id="{CEFA09E5-3186-4445-AD94-60C0E151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5" name="Oval 979">
              <a:extLst>
                <a:ext uri="{FF2B5EF4-FFF2-40B4-BE49-F238E27FC236}">
                  <a16:creationId xmlns:a16="http://schemas.microsoft.com/office/drawing/2014/main" id="{9AFADA62-C3CB-594F-8048-887106427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6" name="Oval 980">
              <a:extLst>
                <a:ext uri="{FF2B5EF4-FFF2-40B4-BE49-F238E27FC236}">
                  <a16:creationId xmlns:a16="http://schemas.microsoft.com/office/drawing/2014/main" id="{C82FFABC-4C4C-6243-9D2D-3C99FBC5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7" name="Oval 981">
              <a:extLst>
                <a:ext uri="{FF2B5EF4-FFF2-40B4-BE49-F238E27FC236}">
                  <a16:creationId xmlns:a16="http://schemas.microsoft.com/office/drawing/2014/main" id="{C0EFDD4D-FB5A-6D4E-97DD-CFA89D4A9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8" name="Rectangle 982">
              <a:extLst>
                <a:ext uri="{FF2B5EF4-FFF2-40B4-BE49-F238E27FC236}">
                  <a16:creationId xmlns:a16="http://schemas.microsoft.com/office/drawing/2014/main" id="{99A1B872-581F-BE49-AADF-3A6775C1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B1C97D-3768-4242-9FE4-DEE44A32C22B}"/>
              </a:ext>
            </a:extLst>
          </p:cNvPr>
          <p:cNvGrpSpPr/>
          <p:nvPr/>
        </p:nvGrpSpPr>
        <p:grpSpPr>
          <a:xfrm>
            <a:off x="7680324" y="1137866"/>
            <a:ext cx="3489213" cy="4926975"/>
            <a:chOff x="7680324" y="1137866"/>
            <a:chExt cx="3489213" cy="4926975"/>
          </a:xfrm>
        </p:grpSpPr>
        <p:sp>
          <p:nvSpPr>
            <p:cNvPr id="463" name="Freeform 917">
              <a:extLst>
                <a:ext uri="{FF2B5EF4-FFF2-40B4-BE49-F238E27FC236}">
                  <a16:creationId xmlns:a16="http://schemas.microsoft.com/office/drawing/2014/main" id="{ADACC4C8-123A-0642-ADC2-DC6E1D927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5845" y="1190714"/>
              <a:ext cx="304800" cy="942975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" name="Freeform 917">
              <a:extLst>
                <a:ext uri="{FF2B5EF4-FFF2-40B4-BE49-F238E27FC236}">
                  <a16:creationId xmlns:a16="http://schemas.microsoft.com/office/drawing/2014/main" id="{831FA212-BCFB-1F40-96A0-1C871E9EF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4523" y="4775289"/>
              <a:ext cx="304800" cy="942975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D244DE-F453-1349-B665-A1EA38EE658E}"/>
                </a:ext>
              </a:extLst>
            </p:cNvPr>
            <p:cNvGrpSpPr/>
            <p:nvPr/>
          </p:nvGrpSpPr>
          <p:grpSpPr>
            <a:xfrm>
              <a:off x="7680324" y="1137866"/>
              <a:ext cx="3489213" cy="4926975"/>
              <a:chOff x="7680324" y="1137866"/>
              <a:chExt cx="3489213" cy="4926975"/>
            </a:xfrm>
          </p:grpSpPr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D57ABF6C-635D-8547-9D46-7AFB160876AA}"/>
                  </a:ext>
                </a:extLst>
              </p:cNvPr>
              <p:cNvSpPr/>
              <p:nvPr/>
            </p:nvSpPr>
            <p:spPr>
              <a:xfrm>
                <a:off x="7680324" y="1814171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2895CDC0-6EA0-564A-AFB6-E1E735A44F41}"/>
                  </a:ext>
                </a:extLst>
              </p:cNvPr>
              <p:cNvSpPr/>
              <p:nvPr/>
            </p:nvSpPr>
            <p:spPr>
              <a:xfrm>
                <a:off x="9823450" y="5554772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CFEE881-E73C-8C4D-A5ED-9848E08F428B}"/>
                  </a:ext>
                </a:extLst>
              </p:cNvPr>
              <p:cNvGrpSpPr/>
              <p:nvPr/>
            </p:nvGrpSpPr>
            <p:grpSpPr>
              <a:xfrm>
                <a:off x="10288915" y="4742972"/>
                <a:ext cx="880622" cy="861812"/>
                <a:chOff x="10288915" y="4742972"/>
                <a:chExt cx="880622" cy="861812"/>
              </a:xfrm>
            </p:grpSpPr>
            <p:grpSp>
              <p:nvGrpSpPr>
                <p:cNvPr id="323" name="Group 950">
                  <a:extLst>
                    <a:ext uri="{FF2B5EF4-FFF2-40B4-BE49-F238E27FC236}">
                      <a16:creationId xmlns:a16="http://schemas.microsoft.com/office/drawing/2014/main" id="{BF16D25A-05F2-BD48-8851-FCCC3771B7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288915" y="5273951"/>
                  <a:ext cx="177192" cy="330833"/>
                  <a:chOff x="4140" y="429"/>
                  <a:chExt cx="1425" cy="2396"/>
                </a:xfrm>
              </p:grpSpPr>
              <p:sp>
                <p:nvSpPr>
                  <p:cNvPr id="324" name="Freeform 951">
                    <a:extLst>
                      <a:ext uri="{FF2B5EF4-FFF2-40B4-BE49-F238E27FC236}">
                        <a16:creationId xmlns:a16="http://schemas.microsoft.com/office/drawing/2014/main" id="{72C50429-8235-E440-B0F8-ADCFAC7485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5" name="Rectangle 952">
                    <a:extLst>
                      <a:ext uri="{FF2B5EF4-FFF2-40B4-BE49-F238E27FC236}">
                        <a16:creationId xmlns:a16="http://schemas.microsoft.com/office/drawing/2014/main" id="{C8289D20-20EF-CE4A-B82D-CC6F98B220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6" name="Freeform 953">
                    <a:extLst>
                      <a:ext uri="{FF2B5EF4-FFF2-40B4-BE49-F238E27FC236}">
                        <a16:creationId xmlns:a16="http://schemas.microsoft.com/office/drawing/2014/main" id="{512EE24C-2BC1-5A45-B541-28FAD55222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7" name="Freeform 954">
                    <a:extLst>
                      <a:ext uri="{FF2B5EF4-FFF2-40B4-BE49-F238E27FC236}">
                        <a16:creationId xmlns:a16="http://schemas.microsoft.com/office/drawing/2014/main" id="{CC26DF50-FD02-994D-80F7-4CD21CC31F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8" name="Rectangle 955">
                    <a:extLst>
                      <a:ext uri="{FF2B5EF4-FFF2-40B4-BE49-F238E27FC236}">
                        <a16:creationId xmlns:a16="http://schemas.microsoft.com/office/drawing/2014/main" id="{12D5F885-EEB6-EA49-8F16-8E65F7B568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29" name="Group 956">
                    <a:extLst>
                      <a:ext uri="{FF2B5EF4-FFF2-40B4-BE49-F238E27FC236}">
                        <a16:creationId xmlns:a16="http://schemas.microsoft.com/office/drawing/2014/main" id="{4819CF1A-CAA2-2445-BACA-6333C67700F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54" name="AutoShape 957">
                      <a:extLst>
                        <a:ext uri="{FF2B5EF4-FFF2-40B4-BE49-F238E27FC236}">
                          <a16:creationId xmlns:a16="http://schemas.microsoft.com/office/drawing/2014/main" id="{F403CAA7-7575-5B45-9B26-74060E67ED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5" name="AutoShape 958">
                      <a:extLst>
                        <a:ext uri="{FF2B5EF4-FFF2-40B4-BE49-F238E27FC236}">
                          <a16:creationId xmlns:a16="http://schemas.microsoft.com/office/drawing/2014/main" id="{E7C03107-B3D4-E74B-8026-51FC5FB4C9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0" name="Rectangle 959">
                    <a:extLst>
                      <a:ext uri="{FF2B5EF4-FFF2-40B4-BE49-F238E27FC236}">
                        <a16:creationId xmlns:a16="http://schemas.microsoft.com/office/drawing/2014/main" id="{8C82FD14-8B3E-4C45-BA2F-1D536922BB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31" name="Group 960">
                    <a:extLst>
                      <a:ext uri="{FF2B5EF4-FFF2-40B4-BE49-F238E27FC236}">
                        <a16:creationId xmlns:a16="http://schemas.microsoft.com/office/drawing/2014/main" id="{848EC42A-6B0F-D74E-99AF-9287D4319D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52" name="AutoShape 961">
                      <a:extLst>
                        <a:ext uri="{FF2B5EF4-FFF2-40B4-BE49-F238E27FC236}">
                          <a16:creationId xmlns:a16="http://schemas.microsoft.com/office/drawing/2014/main" id="{5837F05C-C8FD-5D48-B46A-FAF46F8F6D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3" name="AutoShape 962">
                      <a:extLst>
                        <a:ext uri="{FF2B5EF4-FFF2-40B4-BE49-F238E27FC236}">
                          <a16:creationId xmlns:a16="http://schemas.microsoft.com/office/drawing/2014/main" id="{85884ACD-1556-C049-9208-BBD38D4BCB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2" name="Rectangle 963">
                    <a:extLst>
                      <a:ext uri="{FF2B5EF4-FFF2-40B4-BE49-F238E27FC236}">
                        <a16:creationId xmlns:a16="http://schemas.microsoft.com/office/drawing/2014/main" id="{BB3BDCEC-6ABC-7E44-B9C4-70680B6560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3" name="Rectangle 964">
                    <a:extLst>
                      <a:ext uri="{FF2B5EF4-FFF2-40B4-BE49-F238E27FC236}">
                        <a16:creationId xmlns:a16="http://schemas.microsoft.com/office/drawing/2014/main" id="{BF659529-BF75-D64D-A398-3F5F02E8D6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34" name="Group 965">
                    <a:extLst>
                      <a:ext uri="{FF2B5EF4-FFF2-40B4-BE49-F238E27FC236}">
                        <a16:creationId xmlns:a16="http://schemas.microsoft.com/office/drawing/2014/main" id="{08EED94E-296E-6944-AB01-4E0F74CF60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50" name="AutoShape 966">
                      <a:extLst>
                        <a:ext uri="{FF2B5EF4-FFF2-40B4-BE49-F238E27FC236}">
                          <a16:creationId xmlns:a16="http://schemas.microsoft.com/office/drawing/2014/main" id="{E45BC691-EDAB-5043-B974-6931BF4A1A7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1" name="AutoShape 967">
                      <a:extLst>
                        <a:ext uri="{FF2B5EF4-FFF2-40B4-BE49-F238E27FC236}">
                          <a16:creationId xmlns:a16="http://schemas.microsoft.com/office/drawing/2014/main" id="{BC4BCC73-0226-7344-A90F-A319311EB05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5" name="Freeform 968">
                    <a:extLst>
                      <a:ext uri="{FF2B5EF4-FFF2-40B4-BE49-F238E27FC236}">
                        <a16:creationId xmlns:a16="http://schemas.microsoft.com/office/drawing/2014/main" id="{4D3CB3E6-04E9-DD42-A1E2-B9CFDE5F40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36" name="Group 969">
                    <a:extLst>
                      <a:ext uri="{FF2B5EF4-FFF2-40B4-BE49-F238E27FC236}">
                        <a16:creationId xmlns:a16="http://schemas.microsoft.com/office/drawing/2014/main" id="{D3A85C8F-5C9D-004C-BED1-826FD6B753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48" name="AutoShape 970">
                      <a:extLst>
                        <a:ext uri="{FF2B5EF4-FFF2-40B4-BE49-F238E27FC236}">
                          <a16:creationId xmlns:a16="http://schemas.microsoft.com/office/drawing/2014/main" id="{61DC189F-D857-CE49-9706-A99AFD0741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49" name="AutoShape 971">
                      <a:extLst>
                        <a:ext uri="{FF2B5EF4-FFF2-40B4-BE49-F238E27FC236}">
                          <a16:creationId xmlns:a16="http://schemas.microsoft.com/office/drawing/2014/main" id="{8FED6611-7057-CD45-9474-CA215533CFC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7" name="Rectangle 972">
                    <a:extLst>
                      <a:ext uri="{FF2B5EF4-FFF2-40B4-BE49-F238E27FC236}">
                        <a16:creationId xmlns:a16="http://schemas.microsoft.com/office/drawing/2014/main" id="{043E3E2C-723D-CA49-8604-B8FA4FD292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Freeform 973">
                    <a:extLst>
                      <a:ext uri="{FF2B5EF4-FFF2-40B4-BE49-F238E27FC236}">
                        <a16:creationId xmlns:a16="http://schemas.microsoft.com/office/drawing/2014/main" id="{A7D59DBF-B240-2743-8F05-CD66521792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9" name="Freeform 974">
                    <a:extLst>
                      <a:ext uri="{FF2B5EF4-FFF2-40B4-BE49-F238E27FC236}">
                        <a16:creationId xmlns:a16="http://schemas.microsoft.com/office/drawing/2014/main" id="{782758E0-5FA1-2541-8957-4820DA2644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0" name="Oval 975">
                    <a:extLst>
                      <a:ext uri="{FF2B5EF4-FFF2-40B4-BE49-F238E27FC236}">
                        <a16:creationId xmlns:a16="http://schemas.microsoft.com/office/drawing/2014/main" id="{E43434A9-1771-1841-B10D-00C68B13FB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1" name="Freeform 976">
                    <a:extLst>
                      <a:ext uri="{FF2B5EF4-FFF2-40B4-BE49-F238E27FC236}">
                        <a16:creationId xmlns:a16="http://schemas.microsoft.com/office/drawing/2014/main" id="{7F3BC29B-77D4-0345-BC99-5EBDE51786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2" name="AutoShape 977">
                    <a:extLst>
                      <a:ext uri="{FF2B5EF4-FFF2-40B4-BE49-F238E27FC236}">
                        <a16:creationId xmlns:a16="http://schemas.microsoft.com/office/drawing/2014/main" id="{AB8C4D5D-D558-0E48-B735-10A1700F94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3" name="AutoShape 978">
                    <a:extLst>
                      <a:ext uri="{FF2B5EF4-FFF2-40B4-BE49-F238E27FC236}">
                        <a16:creationId xmlns:a16="http://schemas.microsoft.com/office/drawing/2014/main" id="{A52E34C3-2A4E-6E43-AEAD-80E9029E9F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4" name="Oval 979">
                    <a:extLst>
                      <a:ext uri="{FF2B5EF4-FFF2-40B4-BE49-F238E27FC236}">
                        <a16:creationId xmlns:a16="http://schemas.microsoft.com/office/drawing/2014/main" id="{CF996EB8-B8AF-1645-81FB-5C4480FC10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Oval 980">
                    <a:extLst>
                      <a:ext uri="{FF2B5EF4-FFF2-40B4-BE49-F238E27FC236}">
                        <a16:creationId xmlns:a16="http://schemas.microsoft.com/office/drawing/2014/main" id="{6ABBF416-3D25-A54A-B9CB-9BC7B8D8BD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6" name="Oval 981">
                    <a:extLst>
                      <a:ext uri="{FF2B5EF4-FFF2-40B4-BE49-F238E27FC236}">
                        <a16:creationId xmlns:a16="http://schemas.microsoft.com/office/drawing/2014/main" id="{BEBFB614-43B9-5A4B-8E5D-794244BE12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7" name="Rectangle 982">
                    <a:extLst>
                      <a:ext uri="{FF2B5EF4-FFF2-40B4-BE49-F238E27FC236}">
                        <a16:creationId xmlns:a16="http://schemas.microsoft.com/office/drawing/2014/main" id="{C5CE1C8E-4047-8540-B7FB-EBAB3DBC64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65" name="Rectangle 227">
                  <a:extLst>
                    <a:ext uri="{FF2B5EF4-FFF2-40B4-BE49-F238E27FC236}">
                      <a16:creationId xmlns:a16="http://schemas.microsoft.com/office/drawing/2014/main" id="{DDE0D48B-5AA6-5340-937B-33FE1BA44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52186" y="4753064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6" name="Rectangle 228">
                  <a:extLst>
                    <a:ext uri="{FF2B5EF4-FFF2-40B4-BE49-F238E27FC236}">
                      <a16:creationId xmlns:a16="http://schemas.microsoft.com/office/drawing/2014/main" id="{AEBD2839-8A70-0849-9413-EA386C5B0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8848" y="4776877"/>
                  <a:ext cx="690563" cy="8001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7" name="Rectangle 229">
                  <a:extLst>
                    <a:ext uri="{FF2B5EF4-FFF2-40B4-BE49-F238E27FC236}">
                      <a16:creationId xmlns:a16="http://schemas.microsoft.com/office/drawing/2014/main" id="{66D99AF7-74D7-B440-A1E0-2DC5D0A5E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25991" y="4930726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8" name="Text Box 230">
                  <a:extLst>
                    <a:ext uri="{FF2B5EF4-FFF2-40B4-BE49-F238E27FC236}">
                      <a16:creationId xmlns:a16="http://schemas.microsoft.com/office/drawing/2014/main" id="{0C785C80-53AC-EA4E-992A-05BE1EFF5E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55149" y="4742972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application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transport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 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9" name="Line 231">
                  <a:extLst>
                    <a:ext uri="{FF2B5EF4-FFF2-40B4-BE49-F238E27FC236}">
                      <a16:creationId xmlns:a16="http://schemas.microsoft.com/office/drawing/2014/main" id="{444422FC-4C08-2E49-AD0C-394B62D1B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18848" y="5119777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0" name="Line 232">
                  <a:extLst>
                    <a:ext uri="{FF2B5EF4-FFF2-40B4-BE49-F238E27FC236}">
                      <a16:creationId xmlns:a16="http://schemas.microsoft.com/office/drawing/2014/main" id="{D3DF9882-BA24-4148-9227-6803DB03F9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8373" y="5257889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1" name="Line 233">
                  <a:extLst>
                    <a:ext uri="{FF2B5EF4-FFF2-40B4-BE49-F238E27FC236}">
                      <a16:creationId xmlns:a16="http://schemas.microsoft.com/office/drawing/2014/main" id="{238E9799-3D8B-F54E-BFBB-FE1237FADF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8373" y="5396002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7610FF-4F61-2C4A-A861-FC0ED9C69928}"/>
                  </a:ext>
                </a:extLst>
              </p:cNvPr>
              <p:cNvGrpSpPr/>
              <p:nvPr/>
            </p:nvGrpSpPr>
            <p:grpSpPr>
              <a:xfrm>
                <a:off x="8252702" y="1137866"/>
                <a:ext cx="814388" cy="854075"/>
                <a:chOff x="9791027" y="656358"/>
                <a:chExt cx="814388" cy="854075"/>
              </a:xfrm>
            </p:grpSpPr>
            <p:sp>
              <p:nvSpPr>
                <p:cNvPr id="519" name="Rectangle 227">
                  <a:extLst>
                    <a:ext uri="{FF2B5EF4-FFF2-40B4-BE49-F238E27FC236}">
                      <a16:creationId xmlns:a16="http://schemas.microsoft.com/office/drawing/2014/main" id="{B61510CE-247E-1E43-BA4A-EC188AFE0C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88064" y="666450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Rectangle 228">
                  <a:extLst>
                    <a:ext uri="{FF2B5EF4-FFF2-40B4-BE49-F238E27FC236}">
                      <a16:creationId xmlns:a16="http://schemas.microsoft.com/office/drawing/2014/main" id="{4174338D-3A0E-9747-819D-0C19F4DF4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54726" y="690263"/>
                  <a:ext cx="690563" cy="8001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1" name="Rectangle 229">
                  <a:extLst>
                    <a:ext uri="{FF2B5EF4-FFF2-40B4-BE49-F238E27FC236}">
                      <a16:creationId xmlns:a16="http://schemas.microsoft.com/office/drawing/2014/main" id="{621AE13C-4ABC-334F-8206-4D5E08465C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61869" y="844112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2" name="Text Box 230">
                  <a:extLst>
                    <a:ext uri="{FF2B5EF4-FFF2-40B4-BE49-F238E27FC236}">
                      <a16:creationId xmlns:a16="http://schemas.microsoft.com/office/drawing/2014/main" id="{CA38D367-F86F-AB43-B21E-1EEE691D3D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791027" y="656358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application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transport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 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3" name="Line 231">
                  <a:extLst>
                    <a:ext uri="{FF2B5EF4-FFF2-40B4-BE49-F238E27FC236}">
                      <a16:creationId xmlns:a16="http://schemas.microsoft.com/office/drawing/2014/main" id="{A3474A7D-75ED-1D4F-BB1C-5BA4ECFE69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54726" y="1033163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4" name="Line 232">
                  <a:extLst>
                    <a:ext uri="{FF2B5EF4-FFF2-40B4-BE49-F238E27FC236}">
                      <a16:creationId xmlns:a16="http://schemas.microsoft.com/office/drawing/2014/main" id="{79D6BFCD-0081-1543-8A02-CDC78B944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4251" y="1171275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5" name="Line 233">
                  <a:extLst>
                    <a:ext uri="{FF2B5EF4-FFF2-40B4-BE49-F238E27FC236}">
                      <a16:creationId xmlns:a16="http://schemas.microsoft.com/office/drawing/2014/main" id="{539E5FFB-197B-6F44-A1D2-C9A93359AB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4251" y="1309388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58" name="Up-Down Arrow 557">
                <a:extLst>
                  <a:ext uri="{FF2B5EF4-FFF2-40B4-BE49-F238E27FC236}">
                    <a16:creationId xmlns:a16="http://schemas.microsoft.com/office/drawing/2014/main" id="{1F1264FF-C88C-CF4E-85AF-1CB82BE0554E}"/>
                  </a:ext>
                </a:extLst>
              </p:cNvPr>
              <p:cNvSpPr/>
              <p:nvPr/>
            </p:nvSpPr>
            <p:spPr>
              <a:xfrm rot="19889198">
                <a:off x="9544123" y="1270072"/>
                <a:ext cx="626354" cy="3838406"/>
              </a:xfrm>
              <a:prstGeom prst="upDownArrow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BDB4ECF5-2BA8-034C-9E12-98E6A9A3E77D}"/>
                  </a:ext>
                </a:extLst>
              </p:cNvPr>
              <p:cNvSpPr txBox="1"/>
              <p:nvPr/>
            </p:nvSpPr>
            <p:spPr>
              <a:xfrm rot="3706861">
                <a:off x="8640694" y="3103268"/>
                <a:ext cx="25504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logical end-end transport</a:t>
                </a:r>
              </a:p>
            </p:txBody>
          </p:sp>
        </p:grpSp>
      </p:grpSp>
      <p:sp>
        <p:nvSpPr>
          <p:cNvPr id="517" name="Rectangle 3">
            <a:extLst>
              <a:ext uri="{FF2B5EF4-FFF2-40B4-BE49-F238E27FC236}">
                <a16:creationId xmlns:a16="http://schemas.microsoft.com/office/drawing/2014/main" id="{5DD1F129-FF75-B647-8A9A-42B6C0C7E416}"/>
              </a:ext>
            </a:extLst>
          </p:cNvPr>
          <p:cNvSpPr txBox="1">
            <a:spLocks noChangeArrowheads="1"/>
          </p:cNvSpPr>
          <p:nvPr/>
        </p:nvSpPr>
        <p:spPr>
          <a:xfrm>
            <a:off x="684691" y="2787535"/>
            <a:ext cx="5815703" cy="2327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protocols actions in end systems: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sender: breaks application messages into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passes to  network layer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receiver: reassembles segments into messages, passes to application layer</a:t>
            </a:r>
          </a:p>
        </p:txBody>
      </p:sp>
      <p:sp>
        <p:nvSpPr>
          <p:cNvPr id="518" name="Rectangle 3">
            <a:extLst>
              <a:ext uri="{FF2B5EF4-FFF2-40B4-BE49-F238E27FC236}">
                <a16:creationId xmlns:a16="http://schemas.microsoft.com/office/drawing/2014/main" id="{C3EBA7FC-18E1-7D43-9310-976F49009C6C}"/>
              </a:ext>
            </a:extLst>
          </p:cNvPr>
          <p:cNvSpPr txBox="1">
            <a:spLocks noChangeArrowheads="1"/>
          </p:cNvSpPr>
          <p:nvPr/>
        </p:nvSpPr>
        <p:spPr>
          <a:xfrm>
            <a:off x="681217" y="5165099"/>
            <a:ext cx="5815703" cy="1448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transport protocols available to Internet applications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TCP, UDP</a:t>
            </a:r>
          </a:p>
        </p:txBody>
      </p:sp>
      <p:sp>
        <p:nvSpPr>
          <p:cNvPr id="526" name="Slide Number Placeholder 2">
            <a:extLst>
              <a:ext uri="{FF2B5EF4-FFF2-40B4-BE49-F238E27FC236}">
                <a16:creationId xmlns:a16="http://schemas.microsoft.com/office/drawing/2014/main" id="{58250C2D-03C7-2C42-9317-E77099EDA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6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" grpId="0" animBg="1"/>
      <p:bldP spid="517" grpId="0"/>
      <p:bldP spid="5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sp>
        <p:nvSpPr>
          <p:cNvPr id="129" name="Text Box 26">
            <a:extLst>
              <a:ext uri="{FF2B5EF4-FFF2-40B4-BE49-F238E27FC236}">
                <a16:creationId xmlns:a16="http://schemas.microsoft.com/office/drawing/2014/main" id="{BF5BF946-F5E7-1544-AF56-E534E43C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527" y="2993828"/>
            <a:ext cx="1401811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Sender: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8071146" y="2078287"/>
            <a:ext cx="2415414" cy="336947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9130164" y="2303106"/>
            <a:ext cx="1259074" cy="369332"/>
            <a:chOff x="8934916" y="2775692"/>
            <a:chExt cx="1259074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app.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4391544" y="2325099"/>
            <a:ext cx="382545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passed an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4388186" y="2990916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determines segment header fields values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D6C411-175C-8D4E-9A66-3E03AAA9F0F9}"/>
              </a:ext>
            </a:extLst>
          </p:cNvPr>
          <p:cNvSpPr txBox="1"/>
          <p:nvPr/>
        </p:nvSpPr>
        <p:spPr>
          <a:xfrm>
            <a:off x="4376692" y="35928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creates segment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4381369" y="40251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passes segment to IP</a:t>
            </a: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82B22EF0-AE16-E34A-9DFF-15D46D51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359" y="3086580"/>
            <a:ext cx="1535315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270781" y="1644192"/>
            <a:ext cx="3715697" cy="405207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3FB16D4-A4BA-C046-940D-43D50465EB6F}"/>
              </a:ext>
            </a:extLst>
          </p:cNvPr>
          <p:cNvGrpSpPr/>
          <p:nvPr/>
        </p:nvGrpSpPr>
        <p:grpSpPr>
          <a:xfrm>
            <a:off x="8473556" y="2992506"/>
            <a:ext cx="1259074" cy="338554"/>
            <a:chOff x="8964789" y="2639236"/>
            <a:chExt cx="1259074" cy="33855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A58A03E-5455-0E40-8FB9-71E1E5E2CADE}"/>
                </a:ext>
              </a:extLst>
            </p:cNvPr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7A208B0-D27E-5D40-B156-11CB7075B098}"/>
                </a:ext>
              </a:extLst>
            </p:cNvPr>
            <p:cNvSpPr txBox="1"/>
            <p:nvPr/>
          </p:nvSpPr>
          <p:spPr>
            <a:xfrm>
              <a:off x="8964789" y="2639236"/>
              <a:ext cx="1259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T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8549491" y="2999047"/>
            <a:ext cx="1818022" cy="369332"/>
            <a:chOff x="7863122" y="5632673"/>
            <a:chExt cx="1818022" cy="3693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T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app. msg</a:t>
                </a:r>
              </a:p>
            </p:txBody>
          </p:sp>
        </p:grpSp>
      </p:grpSp>
      <p:sp>
        <p:nvSpPr>
          <p:cNvPr id="130" name="Slide Number Placeholder 2">
            <a:extLst>
              <a:ext uri="{FF2B5EF4-FFF2-40B4-BE49-F238E27FC236}">
                <a16:creationId xmlns:a16="http://schemas.microsoft.com/office/drawing/2014/main" id="{684D6C37-F877-7142-9DC9-7032BA756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3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0.00065 0.1013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50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7 L 0.00052 0.0930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65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9306 C -0.00013 0.14931 -0.00091 0.20347 -0.00169 0.26181 L -0.11432 0.32593 L -0.43333 0.31991 C -0.47513 0.3044 -0.51719 0.27778 -0.55846 0.26366 " pathEditMode="relative" rAng="0" ptsTypes="AAAAA">
                                      <p:cBhvr>
                                        <p:cTn id="5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43" y="1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91" grpId="0"/>
      <p:bldP spid="94" grpId="0"/>
      <p:bldP spid="95" grpId="0"/>
      <p:bldP spid="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sp>
        <p:nvSpPr>
          <p:cNvPr id="129" name="Text Box 26">
            <a:extLst>
              <a:ext uri="{FF2B5EF4-FFF2-40B4-BE49-F238E27FC236}">
                <a16:creationId xmlns:a16="http://schemas.microsoft.com/office/drawing/2014/main" id="{BF5BF946-F5E7-1544-AF56-E534E43C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527" y="2993828"/>
            <a:ext cx="1401811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8043548" y="2078287"/>
            <a:ext cx="2443011" cy="336947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82B22EF0-AE16-E34A-9DFF-15D46D51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359" y="3086580"/>
            <a:ext cx="1535315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425009" y="1191386"/>
            <a:ext cx="3666301" cy="445990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84" name="Group 149">
            <a:extLst>
              <a:ext uri="{FF2B5EF4-FFF2-40B4-BE49-F238E27FC236}">
                <a16:creationId xmlns:a16="http://schemas.microsoft.com/office/drawing/2014/main" id="{63E54651-4A95-3749-9095-CA7015203D88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85" name="Rectangle 73">
              <a:extLst>
                <a:ext uri="{FF2B5EF4-FFF2-40B4-BE49-F238E27FC236}">
                  <a16:creationId xmlns:a16="http://schemas.microsoft.com/office/drawing/2014/main" id="{280DAB38-0E9E-F34F-8F9A-9367D3F32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6" name="Rectangle 74">
              <a:extLst>
                <a:ext uri="{FF2B5EF4-FFF2-40B4-BE49-F238E27FC236}">
                  <a16:creationId xmlns:a16="http://schemas.microsoft.com/office/drawing/2014/main" id="{B4B3D106-96DD-1043-A6B0-160355FE6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Rectangle 75">
              <a:extLst>
                <a:ext uri="{FF2B5EF4-FFF2-40B4-BE49-F238E27FC236}">
                  <a16:creationId xmlns:a16="http://schemas.microsoft.com/office/drawing/2014/main" id="{C5BB7FFA-9E81-524A-AFF4-0278B5CB8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Rectangle 129">
              <a:extLst>
                <a:ext uri="{FF2B5EF4-FFF2-40B4-BE49-F238E27FC236}">
                  <a16:creationId xmlns:a16="http://schemas.microsoft.com/office/drawing/2014/main" id="{25DAD60B-59D9-D343-8677-62E63FE48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5F1D59D2-8EB3-004A-9300-4BC4758C645B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Receiver: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0695A34D-8B86-1543-9A29-0310FB2B9383}"/>
              </a:ext>
            </a:extLst>
          </p:cNvPr>
          <p:cNvGrpSpPr/>
          <p:nvPr/>
        </p:nvGrpSpPr>
        <p:grpSpPr>
          <a:xfrm>
            <a:off x="2355694" y="3088859"/>
            <a:ext cx="1259074" cy="369332"/>
            <a:chOff x="8934916" y="2775692"/>
            <a:chExt cx="1259074" cy="369332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1656D58-2006-444D-9DF3-929C2C3A9462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EC242EC-76E3-8842-966A-909D1964B0B8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app.  msg</a:t>
              </a: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146FAE95-BF64-744E-B6D7-85AE3120C980}"/>
              </a:ext>
            </a:extLst>
          </p:cNvPr>
          <p:cNvSpPr txBox="1"/>
          <p:nvPr/>
        </p:nvSpPr>
        <p:spPr>
          <a:xfrm>
            <a:off x="4391041" y="3125909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extracts application-layer message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845376D-0F8D-7E40-9089-6FAE4370FEA0}"/>
              </a:ext>
            </a:extLst>
          </p:cNvPr>
          <p:cNvSpPr txBox="1"/>
          <p:nvPr/>
        </p:nvSpPr>
        <p:spPr>
          <a:xfrm>
            <a:off x="4389103" y="2734423"/>
            <a:ext cx="3825456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checks header values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BFC24B6-C127-6F4C-BCDC-A8E792032914}"/>
              </a:ext>
            </a:extLst>
          </p:cNvPr>
          <p:cNvSpPr txBox="1"/>
          <p:nvPr/>
        </p:nvSpPr>
        <p:spPr>
          <a:xfrm>
            <a:off x="4388103" y="2278130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receives segment from IP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8B83E4F-9A85-E449-9928-9D59A14EC074}"/>
              </a:ext>
            </a:extLst>
          </p:cNvPr>
          <p:cNvGrpSpPr/>
          <p:nvPr/>
        </p:nvGrpSpPr>
        <p:grpSpPr>
          <a:xfrm>
            <a:off x="1745737" y="4814948"/>
            <a:ext cx="1818022" cy="369332"/>
            <a:chOff x="7863122" y="5632673"/>
            <a:chExt cx="1818022" cy="369332"/>
          </a:xfrm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FD92661A-D54F-D249-95ED-0FF27E685E68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FB9B2F8-7A2C-4D4A-9815-0AC06BE1D516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1C19CB13-59AD-3E40-AC4C-CF25CFC27E46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T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69964EF5-DAF4-5A49-B8EB-E8A5D01CEAE7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1663F7BA-0DF3-D94B-9C74-3E86A6732DD0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FB939F0-C8E1-9645-8997-AFBC0BF0005F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app. msg</a:t>
                </a:r>
              </a:p>
            </p:txBody>
          </p:sp>
        </p:grp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192B5ECF-BCF6-FB4F-96CB-B48F1BD83E0B}"/>
              </a:ext>
            </a:extLst>
          </p:cNvPr>
          <p:cNvSpPr txBox="1"/>
          <p:nvPr/>
        </p:nvSpPr>
        <p:spPr>
          <a:xfrm>
            <a:off x="4395862" y="3809729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message up to application via socket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282913C-E44E-4C40-ADB1-A9BB2BFBFFD7}"/>
              </a:ext>
            </a:extLst>
          </p:cNvPr>
          <p:cNvSpPr/>
          <p:nvPr/>
        </p:nvSpPr>
        <p:spPr>
          <a:xfrm>
            <a:off x="1741367" y="2989161"/>
            <a:ext cx="763166" cy="541031"/>
          </a:xfrm>
          <a:prstGeom prst="ellipse">
            <a:avLst/>
          </a:prstGeom>
          <a:noFill/>
          <a:ln w="2540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Slide Number Placeholder 2">
            <a:extLst>
              <a:ext uri="{FF2B5EF4-FFF2-40B4-BE49-F238E27FC236}">
                <a16:creationId xmlns:a16="http://schemas.microsoft.com/office/drawing/2014/main" id="{00325223-4816-0640-A30C-AB4803E0C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0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00039 -0.249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3" y="-128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00013 -0.1076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94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  <p:bldP spid="194" grpId="0"/>
      <p:bldP spid="195" grpId="0"/>
      <p:bldP spid="203" grpId="0"/>
      <p:bldP spid="204" grpId="0" animBg="1"/>
      <p:bldP spid="20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11" y="259345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cs typeface="Calibri" panose="020F0502020204030204" pitchFamily="34" charset="0"/>
              </a:rPr>
              <a:t>Two principal Internet transport protocols</a:t>
            </a:r>
            <a:endParaRPr lang="en-US" sz="4800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C4FF92-130F-BB41-8C2E-AD6E35A5EFB3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417">
            <a:extLst>
              <a:ext uri="{FF2B5EF4-FFF2-40B4-BE49-F238E27FC236}">
                <a16:creationId xmlns:a16="http://schemas.microsoft.com/office/drawing/2014/main" id="{86D46BE4-B0DC-6447-9B19-4A15963D6107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418">
            <a:extLst>
              <a:ext uri="{FF2B5EF4-FFF2-40B4-BE49-F238E27FC236}">
                <a16:creationId xmlns:a16="http://schemas.microsoft.com/office/drawing/2014/main" id="{B6EA0447-3C72-2546-A182-B18B3204742F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3" name="Rectangle 419">
              <a:extLst>
                <a:ext uri="{FF2B5EF4-FFF2-40B4-BE49-F238E27FC236}">
                  <a16:creationId xmlns:a16="http://schemas.microsoft.com/office/drawing/2014/main" id="{BE021C30-4F59-6844-AF0D-B5AB853A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AutoShape 420">
              <a:extLst>
                <a:ext uri="{FF2B5EF4-FFF2-40B4-BE49-F238E27FC236}">
                  <a16:creationId xmlns:a16="http://schemas.microsoft.com/office/drawing/2014/main" id="{27AA7BFA-EEE4-4140-B9E6-23FEE52A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5" name="Freeform 427">
            <a:extLst>
              <a:ext uri="{FF2B5EF4-FFF2-40B4-BE49-F238E27FC236}">
                <a16:creationId xmlns:a16="http://schemas.microsoft.com/office/drawing/2014/main" id="{50383F63-A1BE-EE40-9A4A-9521B5B39A87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8F39DC6-82AA-494B-BF8C-3328A350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7" name="Text Box 580">
            <a:extLst>
              <a:ext uri="{FF2B5EF4-FFF2-40B4-BE49-F238E27FC236}">
                <a16:creationId xmlns:a16="http://schemas.microsoft.com/office/drawing/2014/main" id="{4FAF1075-A726-A74C-A102-E55EF304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18D63BA9-A80C-3C4E-951E-EC3E6277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1C1BA4F-9694-604C-B41C-E527BFD0B4FC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D929D7-3426-7545-8640-DC8E2ED95FB9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949C6B-70A2-0C41-96B1-4A94F8B7F80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42A8C1-0A52-8944-BCD0-7C3E1000F6A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01E422-A8CB-5D4B-8A53-10BB1CC241B4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70776E-060B-774C-AF87-577276BCDED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F15741-4E5D-2C40-AA55-B8A92FB5641B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116124-6B0D-0A48-9748-70E0EE10E0B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A80C21-FB20-4F42-A016-94A2E068D91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6746B7-2DA8-C14F-A27C-643C5FAB1AF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66780-DE5E-6740-8BBA-01C995D1619B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9A9BF7-5D60-2C4D-AF1F-F5F5F46EB76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935E55-D83F-F74C-A0C3-358E8FF3E7CE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FB49DC-1122-2D42-9C83-51C0E0469DF6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4DFA1B-BDC0-0547-BA3C-F5988DF0957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4898AC-622F-264A-9A7D-E5817715A6A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1C8AF5-125A-4746-96BD-BF09BC7DDE9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662089-AD1C-A64B-9B48-0369C502239D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D9A8F3-9F56-D642-96B2-51A352E9864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717B1C14-4D36-EF4F-A926-BBBD98456BEE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F2107-1C9A-0C41-B24A-0671CC60D47A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6D405D-F88D-A643-A8DA-87BCB5348C5C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05228A-100C-D643-BB8E-545E51741FBA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F625F-E4CA-A14C-BDB7-680FDFE6EE1F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188F4C-A928-8F4F-9205-FD6C4D77CC8D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9284F2-2C3E-6B49-83BE-150EADA93824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AEFAB6-4248-8846-A79A-BF9D6164DE76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D3269-0EC2-2640-AC07-B881868275F8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3C34A0-4725-C44D-9514-4F74B2157D8C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0311E5-76D3-2C44-A6A8-22CB01ADCF02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39BF82-EFED-E140-BFC2-23D3688C2CB7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E47AF2-94A8-0243-8795-936020048815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648A8C-238E-7045-A29E-EDD4DA54C3A4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8AD327-3BC9-7D46-A7E7-D0F90B60A252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7C26C3-84F1-C149-AC22-6F1EB6629DA9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F05EFE-FD3D-3C4D-8F4F-0AC6B112D1A2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C39A38-643E-1841-84E4-48B68DB2ED03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79EF77B-B7F5-D441-A37D-7AC14D43B519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62" name="Line 428">
                <a:extLst>
                  <a:ext uri="{FF2B5EF4-FFF2-40B4-BE49-F238E27FC236}">
                    <a16:creationId xmlns:a16="http://schemas.microsoft.com/office/drawing/2014/main" id="{16F1973E-A8F0-6E4E-9510-49D75998F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0">
                <a:extLst>
                  <a:ext uri="{FF2B5EF4-FFF2-40B4-BE49-F238E27FC236}">
                    <a16:creationId xmlns:a16="http://schemas.microsoft.com/office/drawing/2014/main" id="{CAB72423-2D43-1046-869C-9EDAEA5E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31">
                <a:extLst>
                  <a:ext uri="{FF2B5EF4-FFF2-40B4-BE49-F238E27FC236}">
                    <a16:creationId xmlns:a16="http://schemas.microsoft.com/office/drawing/2014/main" id="{99BD1088-D56F-3A42-8E44-483A32BED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32">
                <a:extLst>
                  <a:ext uri="{FF2B5EF4-FFF2-40B4-BE49-F238E27FC236}">
                    <a16:creationId xmlns:a16="http://schemas.microsoft.com/office/drawing/2014/main" id="{8A75CF99-7455-B74F-8BAD-3AD43E03F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33">
                <a:extLst>
                  <a:ext uri="{FF2B5EF4-FFF2-40B4-BE49-F238E27FC236}">
                    <a16:creationId xmlns:a16="http://schemas.microsoft.com/office/drawing/2014/main" id="{FC542B29-675E-3D46-80C8-75565CBAE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35">
                <a:extLst>
                  <a:ext uri="{FF2B5EF4-FFF2-40B4-BE49-F238E27FC236}">
                    <a16:creationId xmlns:a16="http://schemas.microsoft.com/office/drawing/2014/main" id="{2B974C3D-5280-D849-8D04-7FDDEF66C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36">
                <a:extLst>
                  <a:ext uri="{FF2B5EF4-FFF2-40B4-BE49-F238E27FC236}">
                    <a16:creationId xmlns:a16="http://schemas.microsoft.com/office/drawing/2014/main" id="{05391238-AE6D-D14C-8C1F-CD07E4032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39">
                <a:extLst>
                  <a:ext uri="{FF2B5EF4-FFF2-40B4-BE49-F238E27FC236}">
                    <a16:creationId xmlns:a16="http://schemas.microsoft.com/office/drawing/2014/main" id="{F0B33890-F38E-9948-851E-64C7E965F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Line 440">
                <a:extLst>
                  <a:ext uri="{FF2B5EF4-FFF2-40B4-BE49-F238E27FC236}">
                    <a16:creationId xmlns:a16="http://schemas.microsoft.com/office/drawing/2014/main" id="{A6F6A7F9-E45C-124D-AC6C-F4101DAE4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Line 441">
                <a:extLst>
                  <a:ext uri="{FF2B5EF4-FFF2-40B4-BE49-F238E27FC236}">
                    <a16:creationId xmlns:a16="http://schemas.microsoft.com/office/drawing/2014/main" id="{AD8346D7-6C40-1348-A196-CC99EDB7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Line 443">
                <a:extLst>
                  <a:ext uri="{FF2B5EF4-FFF2-40B4-BE49-F238E27FC236}">
                    <a16:creationId xmlns:a16="http://schemas.microsoft.com/office/drawing/2014/main" id="{E2DA8AD7-F617-354E-B5AE-47F97541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Line 449">
                <a:extLst>
                  <a:ext uri="{FF2B5EF4-FFF2-40B4-BE49-F238E27FC236}">
                    <a16:creationId xmlns:a16="http://schemas.microsoft.com/office/drawing/2014/main" id="{E873DD89-2DB7-304C-ADED-170F1F4E1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Line 428">
                <a:extLst>
                  <a:ext uri="{FF2B5EF4-FFF2-40B4-BE49-F238E27FC236}">
                    <a16:creationId xmlns:a16="http://schemas.microsoft.com/office/drawing/2014/main" id="{56AC483A-3972-5540-9E9F-AE1FE2566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Line 440">
                <a:extLst>
                  <a:ext uri="{FF2B5EF4-FFF2-40B4-BE49-F238E27FC236}">
                    <a16:creationId xmlns:a16="http://schemas.microsoft.com/office/drawing/2014/main" id="{B0224379-0B0C-1343-B0E2-E62DFA482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DFBDA95-16CE-D146-A4C5-C45EDEC8D34E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282E722-916E-234E-AC0B-E2B36A0049E1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691F242-AF67-1B42-8D8E-F09C1EB27D39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E49F46-6C78-A640-A53B-1F2DCAE49B5E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1454C82-BE7E-874F-AA28-09F795395B3E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2F00AE0-2163-514F-B52E-CFE0592CCF0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E38317B-7455-F04C-9FB3-A47169171585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8CD097C-75DA-B84B-B03E-371F3044C3BB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Line 541">
                <a:extLst>
                  <a:ext uri="{FF2B5EF4-FFF2-40B4-BE49-F238E27FC236}">
                    <a16:creationId xmlns:a16="http://schemas.microsoft.com/office/drawing/2014/main" id="{3EE4D6D5-1F58-604E-926E-B12AF198F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Line 424">
                <a:extLst>
                  <a:ext uri="{FF2B5EF4-FFF2-40B4-BE49-F238E27FC236}">
                    <a16:creationId xmlns:a16="http://schemas.microsoft.com/office/drawing/2014/main" id="{69D11C97-9A2A-6F4A-BEC2-192440539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8" name="Picture 778" descr="antenna_radiation_stylized">
              <a:extLst>
                <a:ext uri="{FF2B5EF4-FFF2-40B4-BE49-F238E27FC236}">
                  <a16:creationId xmlns:a16="http://schemas.microsoft.com/office/drawing/2014/main" id="{AE641E33-5C90-9C48-B6C0-B2DA38E6B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781" descr="antenna_radiation_stylized">
              <a:extLst>
                <a:ext uri="{FF2B5EF4-FFF2-40B4-BE49-F238E27FC236}">
                  <a16:creationId xmlns:a16="http://schemas.microsoft.com/office/drawing/2014/main" id="{58D0D77F-41BF-B141-99CC-7444770200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799" descr="cell_tower_radiation copy">
              <a:extLst>
                <a:ext uri="{FF2B5EF4-FFF2-40B4-BE49-F238E27FC236}">
                  <a16:creationId xmlns:a16="http://schemas.microsoft.com/office/drawing/2014/main" id="{B93FCB1A-5588-5743-82CC-8E52ADEAD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Oval 800">
              <a:extLst>
                <a:ext uri="{FF2B5EF4-FFF2-40B4-BE49-F238E27FC236}">
                  <a16:creationId xmlns:a16="http://schemas.microsoft.com/office/drawing/2014/main" id="{029C7FDD-ABE9-EB40-A1C5-64FF9B2F9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6" name="Line 426">
            <a:extLst>
              <a:ext uri="{FF2B5EF4-FFF2-40B4-BE49-F238E27FC236}">
                <a16:creationId xmlns:a16="http://schemas.microsoft.com/office/drawing/2014/main" id="{390C81B6-E64F-6D4C-8D06-8F1804B7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7" name="Group 783">
            <a:extLst>
              <a:ext uri="{FF2B5EF4-FFF2-40B4-BE49-F238E27FC236}">
                <a16:creationId xmlns:a16="http://schemas.microsoft.com/office/drawing/2014/main" id="{D14ED3CD-0929-5445-B9CD-FC1AEB08F0F0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88" name="Line 270">
              <a:extLst>
                <a:ext uri="{FF2B5EF4-FFF2-40B4-BE49-F238E27FC236}">
                  <a16:creationId xmlns:a16="http://schemas.microsoft.com/office/drawing/2014/main" id="{7ABD4004-114C-724F-BAC3-6F9DA6DE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1">
              <a:extLst>
                <a:ext uri="{FF2B5EF4-FFF2-40B4-BE49-F238E27FC236}">
                  <a16:creationId xmlns:a16="http://schemas.microsoft.com/office/drawing/2014/main" id="{1A244344-E514-B64F-9963-6369BD9BE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2">
              <a:extLst>
                <a:ext uri="{FF2B5EF4-FFF2-40B4-BE49-F238E27FC236}">
                  <a16:creationId xmlns:a16="http://schemas.microsoft.com/office/drawing/2014/main" id="{EB3A4111-A6F1-154E-9274-6BFFCDBAB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714583CC-4366-B448-8BCD-BEB3688E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74">
              <a:extLst>
                <a:ext uri="{FF2B5EF4-FFF2-40B4-BE49-F238E27FC236}">
                  <a16:creationId xmlns:a16="http://schemas.microsoft.com/office/drawing/2014/main" id="{06696B02-1354-964A-892D-7D1A072D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75">
              <a:extLst>
                <a:ext uri="{FF2B5EF4-FFF2-40B4-BE49-F238E27FC236}">
                  <a16:creationId xmlns:a16="http://schemas.microsoft.com/office/drawing/2014/main" id="{C744D6E3-66B2-4349-A4C7-A96CCC727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76">
              <a:extLst>
                <a:ext uri="{FF2B5EF4-FFF2-40B4-BE49-F238E27FC236}">
                  <a16:creationId xmlns:a16="http://schemas.microsoft.com/office/drawing/2014/main" id="{9AD49573-21B8-594C-A124-75FF6787F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77">
              <a:extLst>
                <a:ext uri="{FF2B5EF4-FFF2-40B4-BE49-F238E27FC236}">
                  <a16:creationId xmlns:a16="http://schemas.microsoft.com/office/drawing/2014/main" id="{F5B9977B-7FCA-934E-8672-B6E02820B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78">
              <a:extLst>
                <a:ext uri="{FF2B5EF4-FFF2-40B4-BE49-F238E27FC236}">
                  <a16:creationId xmlns:a16="http://schemas.microsoft.com/office/drawing/2014/main" id="{90BBE456-8113-E140-9697-13DE1099C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279">
              <a:extLst>
                <a:ext uri="{FF2B5EF4-FFF2-40B4-BE49-F238E27FC236}">
                  <a16:creationId xmlns:a16="http://schemas.microsoft.com/office/drawing/2014/main" id="{8B179862-B59B-0340-81D5-D6460EDA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Line 280">
              <a:extLst>
                <a:ext uri="{FF2B5EF4-FFF2-40B4-BE49-F238E27FC236}">
                  <a16:creationId xmlns:a16="http://schemas.microsoft.com/office/drawing/2014/main" id="{5E3E4AF0-3A1E-634F-B106-0E1BAE93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Line 281">
              <a:extLst>
                <a:ext uri="{FF2B5EF4-FFF2-40B4-BE49-F238E27FC236}">
                  <a16:creationId xmlns:a16="http://schemas.microsoft.com/office/drawing/2014/main" id="{51EBD3A2-D943-F443-A868-FD6059B0D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Line 282">
              <a:extLst>
                <a:ext uri="{FF2B5EF4-FFF2-40B4-BE49-F238E27FC236}">
                  <a16:creationId xmlns:a16="http://schemas.microsoft.com/office/drawing/2014/main" id="{CE35DACD-3834-3A4F-BF5D-05FD16494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Line 283">
              <a:extLst>
                <a:ext uri="{FF2B5EF4-FFF2-40B4-BE49-F238E27FC236}">
                  <a16:creationId xmlns:a16="http://schemas.microsoft.com/office/drawing/2014/main" id="{F225C514-F00F-374D-A3A6-0E00BBF2A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Line 284">
              <a:extLst>
                <a:ext uri="{FF2B5EF4-FFF2-40B4-BE49-F238E27FC236}">
                  <a16:creationId xmlns:a16="http://schemas.microsoft.com/office/drawing/2014/main" id="{5AB5EE34-E853-4349-982D-7BA8A0223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3" name="Picture 777" descr="access_point_stylized_small">
            <a:extLst>
              <a:ext uri="{FF2B5EF4-FFF2-40B4-BE49-F238E27FC236}">
                <a16:creationId xmlns:a16="http://schemas.microsoft.com/office/drawing/2014/main" id="{B5B19229-5990-4C46-B116-F6E2FC93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780" descr="access_point_stylized_small">
            <a:extLst>
              <a:ext uri="{FF2B5EF4-FFF2-40B4-BE49-F238E27FC236}">
                <a16:creationId xmlns:a16="http://schemas.microsoft.com/office/drawing/2014/main" id="{615B9139-7B73-FE46-A7A9-D06CDC31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FE641A-589B-7942-BC31-34CA4265ECA8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36DE3EE-811C-674F-9142-302E5E9C55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00B155-CF25-D24C-9B92-B08AAAB831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0AEF1A2-025A-BC41-A84F-2DC3E05833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8D3F6F1A-FE14-8948-A78A-73AA88A44A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B90EE21A-C2A8-0D42-B6A5-6C7D12BEBF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5097ED-FFBF-4544-860B-3817BA811B2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6DF62723-77FE-9247-98F5-987E793C56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27C4B55-0BAE-0949-8777-F3099C171813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EC32CAA-AFF2-A34D-8E74-D6E2F030879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1675819-8BAA-AB4F-BBAA-A405C6E7621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3F9E373-4875-744C-970D-E5EB77A5E3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FFDA189D-222C-1443-856D-7A608CA88C9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42BB264-137D-E643-AE9B-8AA6D9E21B0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86FF02A-1562-3745-ABB9-0D40C7DEF61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EC12CCB-8331-9F49-BF6A-94DF11B7CB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32E1A1-9866-4149-B71C-D56584CCE488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60DF978-36B3-2D47-A16A-0D97C01CAF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656B286-5B4C-0D4F-9AF0-6A6CFC0099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E4349E7-CC12-8D4C-8CFA-829CDA0820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AD86C2F1-D4F0-7948-9E05-62E1C42CC8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224715B-0FC5-9E49-B361-2A29A286F3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CA2DA9C-2B13-214E-ACD2-0EA76BA8301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C4A6B5C-46E6-5E4D-96C8-1C3F87F038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1D7EA0-6DA2-8D43-8279-78C750CFC172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632348E-CBF0-8F4E-B1C0-FA5E7B14036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E6F91D8-1A83-2A42-AC0B-AD8F10B7EF3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41E3EF0-51B2-C349-B41E-2A6C5F46D90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7403B7C-7FA1-3F40-B91E-B9311B3831C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456F695-074E-CC4D-8221-531E7EA3A74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24A04C3-C296-1C4B-BBD4-CDE7083CB1D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5BBAC641-21BF-8B45-BB54-F143F77A15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BC347E-C394-3042-B2F7-B3F23FAEAB95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2A87F28-E662-7843-88D6-0813EE7C9C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F5A88D5-7F33-C641-91D0-89A14D032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27C385B-C23A-9D47-A881-792955281F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AAAA0E5-7CFA-D644-ADAB-E7BF68F3D3B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51DAA20-67FB-F046-A058-83AEFE0E26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C03FD79-9BD7-DD42-AC59-6C4F96612AC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4610651-9548-304A-8A63-B930DF6222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CEC947-F5C8-414B-A56E-EBE5DFFEDB1C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6294923-1C02-5240-95DE-EA2186392E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B3674D-1CCE-274D-BF8E-CEFECF766B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6166535-C584-C14C-9137-7498CC96E8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17514CA1-86B8-BA44-B4A0-0CEB1F62C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D28E726-BB5D-5644-9E9D-DEEB2E0B1FF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BDE8E149-5BA9-CB4C-9AC6-1EED7308D8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AF1B228-D777-8846-8B1B-6476F6C2AA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9BFD2C-DE5F-0C45-B636-6597FE43775F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8D0A013-957C-4B4E-8B83-D6592094AC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DC0323-148A-714F-A6FC-9ADB6FB128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B6897F2-F6E6-A049-A1D9-17378B713B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F6ACC7A-4B31-AF42-A472-F972FEE813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CE6B10E-CA3E-D444-AB50-17DAB7CAD2C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3B2228D-5BAA-EC47-BEFB-CB31458923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B7729E0C-173F-C14A-AEF0-A4EC382A52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65CB9E-D1E1-5348-9E59-69DA1CEF2123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1DBEC0A-03A5-5849-AD80-43903CE8F9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93155A2-B6DA-E04B-931F-EAE90D03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931AF15-7062-194D-9D41-4344D0DE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FDC26AF1-24F2-5D45-AB87-61683E4E25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EC90C20-8D53-0646-9F93-F00306B71C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9493643-4525-FD45-A56C-AE765396C5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824CC9D-76C8-2749-A791-F65C4F3ACA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BE87F9-CE91-5943-9D77-D8B9227384AC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4F167397-FDB8-4A4D-A599-63F4111F18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DCFDBA-4FB5-AE49-968D-A9F0C84D1C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85146B5-C4CC-CF42-8938-46F3C689B4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A7227274-32EF-074A-9791-2B53B212E4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201B35B0-4270-0A43-B1CB-1EA6DEBA0A3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7956E94-C156-C749-894C-3962EFA64D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0545111-AB10-544C-A7FB-8905D7E84A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D2B1BF7-15E3-B642-B1ED-14A585EC5A4E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FC3BC896-EAF3-B44C-A223-0B61ADD448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1FDE8F7-458E-F043-99FF-74BB3A9404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F87486C-C62D-A04E-BD6D-5E7B286D09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DB6C40-CF6A-E547-8BC1-635D2DC438F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7776C1D-06CD-5245-AF82-92665409A0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D893366-435F-C043-8ADD-35A96EC80B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46B375-EFFF-874C-BA50-6516A502F0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0711763-C567-4040-ABFB-F5C34597A154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7F38627D-7A2B-A841-8C69-850F7253A2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FB71122-C2F0-3B40-A94F-7E95B02A39D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A5D9C3E-2D7E-A54F-9A93-7708DD147DB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B3C3A91-863F-E54F-BCBF-83530898F0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03CE2E4-33A0-7443-968B-028BF2FEAF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2376DD9-E3A6-0B4A-97CB-7FDA6023E44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8E42DD9-0888-4A41-A186-22087D773F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38FF4C3-D0A2-D548-89C0-C35D3E53032F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27716F5-6A2D-404B-ADB2-50CDACB020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3297389-072E-FE41-B64F-4D54440AB3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6323224-311B-EE47-BE36-F2BE4EA6BC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BD802D6F-DAFD-DC41-83D1-DF0F4A2A79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CE211BA-1FF8-2548-A6C8-5CD1E12C3E1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63DDD6-C621-F146-B8DA-4A9DDE186B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BB3402A2-EE9C-A240-899D-8BDF14CF43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6C05161-17CC-4047-8DD1-B9901ECF6386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47827F3-EDEA-7A42-9B1D-083327F8DE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CC4598-569C-8B40-92BA-1D2FBE3E50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C8B6594-03D2-024C-9EA4-C0C60D628F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FDE0324-11E3-5145-88E9-DE61B49F2A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131568C-F5A3-DB44-94E2-7B887CDB264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7EDAE1E-6998-2048-ADF9-12AD17B25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FC26428-BCB7-1047-B128-BD12A87F81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8EE3F8-E7C6-7742-BDAE-10EEB3BA9601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A2B8EB1-241A-C04E-9EA1-495DCDBCB1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B3245D7-5441-9648-A36A-661C2ACB57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6F28103-141B-154E-A362-409B3111D1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F7A2BEC-77A9-6D41-8098-B64A792EA0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ED57CD-47F8-9D45-9600-A0BEEC9768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10D30D1-E5F0-E44B-A795-D0F4E795F9A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AC7488D5-7B56-8944-802F-C2691C362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123C752-3FFB-E84D-9E48-DBC9A9F48F37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D524F684-301C-7542-A0A4-3757318273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BF20040-D9C8-B74E-BC0D-F15797752E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9553B03-2EF0-1445-BD4E-875D98E584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AB927EA-DECF-FE4A-BE5D-802F016FB19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F1EA0F6-ACA7-C443-A514-F770A3836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414339B-8AC7-2444-AC70-285A203D11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EF6DCDC-2F65-B349-B551-DC3FACF6D5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F5D0807-95F5-B242-9940-2134E3CE864D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5E7C622-0E2D-F247-B71E-DB43805F13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1DDDBA8-9328-FF4B-A036-4A8C314BC3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FE4053D3-C37C-B247-AABC-ACB5431A33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B8C5BFF-F366-864D-9DDD-AD0F594855F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2E2636-7B29-8B4F-A9E7-0A019FB1233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1B96CBC-D09D-8A44-A7F4-460A6FE268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B72586A-2BC3-AD40-8068-98E191DFFE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8973B1E-A991-8E45-9FF7-7AF7F179E328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A098E30-A66F-FA4D-9EE8-C0C83DE6D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051367D4-C1D9-AF45-9A24-031126A6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C4167F2-26A6-0A41-9F23-581BB1D6E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8AABD328-91C1-C94D-8CB5-66F9CC0D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23CBCA43-9398-E043-A20B-00567B73DB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06C3D6EF-A0CB-F34C-9C57-9FA0403502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66D08B47-1DCF-994C-84EE-6C7E588A1D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3665DDF-4A56-E24C-9D9B-557EA2031298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31441261-7107-C940-87CC-EC4FA0534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F5B546A-49AB-9042-B43E-5F11C688F2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8DF2468-3557-AD4F-8E6A-2FD993E8CF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E3ADAA4-12C2-404E-917C-5A2F54CCD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A728ED3-C05E-B44A-9C86-A753D22F76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3D4F443-59AA-0D4F-BA7D-32F6068E799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205AEAD2-2A18-2D4A-91B3-368B52FA7C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1C36A9-E761-0148-9032-D81ACCB48A29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250" name="Picture 1017" descr="antenna_stylized">
              <a:extLst>
                <a:ext uri="{FF2B5EF4-FFF2-40B4-BE49-F238E27FC236}">
                  <a16:creationId xmlns:a16="http://schemas.microsoft.com/office/drawing/2014/main" id="{A1B3AFF0-514E-1142-A2F6-8BE3FF217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Picture 1018" descr="laptop_keyboard">
              <a:extLst>
                <a:ext uri="{FF2B5EF4-FFF2-40B4-BE49-F238E27FC236}">
                  <a16:creationId xmlns:a16="http://schemas.microsoft.com/office/drawing/2014/main" id="{F72A8B16-D68A-BE43-A9DC-2099F1288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" name="Freeform 1019">
              <a:extLst>
                <a:ext uri="{FF2B5EF4-FFF2-40B4-BE49-F238E27FC236}">
                  <a16:creationId xmlns:a16="http://schemas.microsoft.com/office/drawing/2014/main" id="{8BD550C1-DB66-1D43-B0FF-2194D6CE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3" name="Picture 1020" descr="screen">
              <a:extLst>
                <a:ext uri="{FF2B5EF4-FFF2-40B4-BE49-F238E27FC236}">
                  <a16:creationId xmlns:a16="http://schemas.microsoft.com/office/drawing/2014/main" id="{5B7A4293-9090-2C47-A5F9-1484B3E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1021">
              <a:extLst>
                <a:ext uri="{FF2B5EF4-FFF2-40B4-BE49-F238E27FC236}">
                  <a16:creationId xmlns:a16="http://schemas.microsoft.com/office/drawing/2014/main" id="{66A9E8A3-089D-144F-8C74-780D02523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Freeform 1022">
              <a:extLst>
                <a:ext uri="{FF2B5EF4-FFF2-40B4-BE49-F238E27FC236}">
                  <a16:creationId xmlns:a16="http://schemas.microsoft.com/office/drawing/2014/main" id="{2DEB5F56-4F04-4A4C-B2A9-7F75D761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 1023">
              <a:extLst>
                <a:ext uri="{FF2B5EF4-FFF2-40B4-BE49-F238E27FC236}">
                  <a16:creationId xmlns:a16="http://schemas.microsoft.com/office/drawing/2014/main" id="{264AB736-6181-DD49-9CF8-34CDC3C98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 1024">
              <a:extLst>
                <a:ext uri="{FF2B5EF4-FFF2-40B4-BE49-F238E27FC236}">
                  <a16:creationId xmlns:a16="http://schemas.microsoft.com/office/drawing/2014/main" id="{B30F467B-7CAE-E14D-A3A5-8BE8EC571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 1025">
              <a:extLst>
                <a:ext uri="{FF2B5EF4-FFF2-40B4-BE49-F238E27FC236}">
                  <a16:creationId xmlns:a16="http://schemas.microsoft.com/office/drawing/2014/main" id="{714DEECF-C2B9-3646-8D8C-520B14AFF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 1026">
              <a:extLst>
                <a:ext uri="{FF2B5EF4-FFF2-40B4-BE49-F238E27FC236}">
                  <a16:creationId xmlns:a16="http://schemas.microsoft.com/office/drawing/2014/main" id="{434760BE-7A82-7348-8C26-8BB88B73F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0" name="Group 1027">
              <a:extLst>
                <a:ext uri="{FF2B5EF4-FFF2-40B4-BE49-F238E27FC236}">
                  <a16:creationId xmlns:a16="http://schemas.microsoft.com/office/drawing/2014/main" id="{A3D737A2-33B2-B843-993D-3954163D2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7" name="Freeform 1028">
                <a:extLst>
                  <a:ext uri="{FF2B5EF4-FFF2-40B4-BE49-F238E27FC236}">
                    <a16:creationId xmlns:a16="http://schemas.microsoft.com/office/drawing/2014/main" id="{2B8D95DD-AA07-CA46-8938-5982463E0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1029">
                <a:extLst>
                  <a:ext uri="{FF2B5EF4-FFF2-40B4-BE49-F238E27FC236}">
                    <a16:creationId xmlns:a16="http://schemas.microsoft.com/office/drawing/2014/main" id="{F36872DC-490B-E041-B789-63AE7E7AC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1030">
                <a:extLst>
                  <a:ext uri="{FF2B5EF4-FFF2-40B4-BE49-F238E27FC236}">
                    <a16:creationId xmlns:a16="http://schemas.microsoft.com/office/drawing/2014/main" id="{97C01B49-8BEB-1A42-A62D-556A20AE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1031">
                <a:extLst>
                  <a:ext uri="{FF2B5EF4-FFF2-40B4-BE49-F238E27FC236}">
                    <a16:creationId xmlns:a16="http://schemas.microsoft.com/office/drawing/2014/main" id="{FDC4BA15-39D3-CD4E-97DA-6107F8C4D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1" name="Freeform 1032">
                <a:extLst>
                  <a:ext uri="{FF2B5EF4-FFF2-40B4-BE49-F238E27FC236}">
                    <a16:creationId xmlns:a16="http://schemas.microsoft.com/office/drawing/2014/main" id="{B4ED9D93-7953-574C-B8DB-E31647E5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Freeform 1033">
                <a:extLst>
                  <a:ext uri="{FF2B5EF4-FFF2-40B4-BE49-F238E27FC236}">
                    <a16:creationId xmlns:a16="http://schemas.microsoft.com/office/drawing/2014/main" id="{9040F4DE-59D9-0446-9953-D7CF4E60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61" name="Freeform 1034">
              <a:extLst>
                <a:ext uri="{FF2B5EF4-FFF2-40B4-BE49-F238E27FC236}">
                  <a16:creationId xmlns:a16="http://schemas.microsoft.com/office/drawing/2014/main" id="{2C7F706E-3A83-E04B-96B6-0DFA0DD1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Freeform 1035">
              <a:extLst>
                <a:ext uri="{FF2B5EF4-FFF2-40B4-BE49-F238E27FC236}">
                  <a16:creationId xmlns:a16="http://schemas.microsoft.com/office/drawing/2014/main" id="{60E14294-2508-FB4A-AE0F-000AF5BC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Freeform 1036">
              <a:extLst>
                <a:ext uri="{FF2B5EF4-FFF2-40B4-BE49-F238E27FC236}">
                  <a16:creationId xmlns:a16="http://schemas.microsoft.com/office/drawing/2014/main" id="{6816A6AE-0883-4D48-8DF3-05A4914E7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Freeform 1037">
              <a:extLst>
                <a:ext uri="{FF2B5EF4-FFF2-40B4-BE49-F238E27FC236}">
                  <a16:creationId xmlns:a16="http://schemas.microsoft.com/office/drawing/2014/main" id="{0C4F2B5B-D9EF-F242-A282-CB6CB4D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Freeform 1038">
              <a:extLst>
                <a:ext uri="{FF2B5EF4-FFF2-40B4-BE49-F238E27FC236}">
                  <a16:creationId xmlns:a16="http://schemas.microsoft.com/office/drawing/2014/main" id="{CA94116C-A643-F041-BE08-F16F1FF3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Freeform 1039">
              <a:extLst>
                <a:ext uri="{FF2B5EF4-FFF2-40B4-BE49-F238E27FC236}">
                  <a16:creationId xmlns:a16="http://schemas.microsoft.com/office/drawing/2014/main" id="{EBBEB869-CEFF-3B4D-8790-DF10B6E9E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E84195-0460-B24A-9BFA-64009B70F0D4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274" name="Picture 568" descr="light2.png">
              <a:extLst>
                <a:ext uri="{FF2B5EF4-FFF2-40B4-BE49-F238E27FC236}">
                  <a16:creationId xmlns:a16="http://schemas.microsoft.com/office/drawing/2014/main" id="{9C2ABCA4-2AB6-604A-BAF1-3DCCB40F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5" name="Picture 1017" descr="antenna_stylized">
              <a:extLst>
                <a:ext uri="{FF2B5EF4-FFF2-40B4-BE49-F238E27FC236}">
                  <a16:creationId xmlns:a16="http://schemas.microsoft.com/office/drawing/2014/main" id="{650AA1D1-0ECD-3E4A-81DB-CC97A96B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FF79B51-BA03-584F-A0CE-2E5C3CDBD9C8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277" name="Picture 603" descr="car_icon_small">
              <a:extLst>
                <a:ext uri="{FF2B5EF4-FFF2-40B4-BE49-F238E27FC236}">
                  <a16:creationId xmlns:a16="http://schemas.microsoft.com/office/drawing/2014/main" id="{A16178BF-CE10-DF42-8C1F-E2AAFB94B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BF73CD36-5E1A-D143-A3EA-87219824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53CF7AA-EEE7-E849-8975-45A554C35F5B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508AE9-865D-844C-B2E1-CAED9E70CF88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7" name="Picture 1115" descr="antenna_stylized">
                <a:extLst>
                  <a:ext uri="{FF2B5EF4-FFF2-40B4-BE49-F238E27FC236}">
                    <a16:creationId xmlns:a16="http://schemas.microsoft.com/office/drawing/2014/main" id="{AD910864-C9F4-C94B-9B97-60E50CF30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1116" descr="laptop_keyboard">
                <a:extLst>
                  <a:ext uri="{FF2B5EF4-FFF2-40B4-BE49-F238E27FC236}">
                    <a16:creationId xmlns:a16="http://schemas.microsoft.com/office/drawing/2014/main" id="{89C482D5-7199-3040-A39E-C983C7E76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9" name="Freeform 1117">
                <a:extLst>
                  <a:ext uri="{FF2B5EF4-FFF2-40B4-BE49-F238E27FC236}">
                    <a16:creationId xmlns:a16="http://schemas.microsoft.com/office/drawing/2014/main" id="{0D17FA05-6DB9-CE4E-8353-3DB3EF64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90" name="Picture 1118" descr="screen">
                <a:extLst>
                  <a:ext uri="{FF2B5EF4-FFF2-40B4-BE49-F238E27FC236}">
                    <a16:creationId xmlns:a16="http://schemas.microsoft.com/office/drawing/2014/main" id="{4A4B2A13-447B-ED4B-A13F-5489BEAC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1119">
                <a:extLst>
                  <a:ext uri="{FF2B5EF4-FFF2-40B4-BE49-F238E27FC236}">
                    <a16:creationId xmlns:a16="http://schemas.microsoft.com/office/drawing/2014/main" id="{02BC84AC-7149-BD45-BC93-E0DD4ADF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1120">
                <a:extLst>
                  <a:ext uri="{FF2B5EF4-FFF2-40B4-BE49-F238E27FC236}">
                    <a16:creationId xmlns:a16="http://schemas.microsoft.com/office/drawing/2014/main" id="{43377E2E-A43C-E048-A432-F337E7B5E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1121">
                <a:extLst>
                  <a:ext uri="{FF2B5EF4-FFF2-40B4-BE49-F238E27FC236}">
                    <a16:creationId xmlns:a16="http://schemas.microsoft.com/office/drawing/2014/main" id="{268349DA-55F4-ED45-92D9-0389907B3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1122">
                <a:extLst>
                  <a:ext uri="{FF2B5EF4-FFF2-40B4-BE49-F238E27FC236}">
                    <a16:creationId xmlns:a16="http://schemas.microsoft.com/office/drawing/2014/main" id="{EB4B31C8-34A6-6D47-B6E1-260958CFB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Freeform 1123">
                <a:extLst>
                  <a:ext uri="{FF2B5EF4-FFF2-40B4-BE49-F238E27FC236}">
                    <a16:creationId xmlns:a16="http://schemas.microsoft.com/office/drawing/2014/main" id="{91DE791A-C87B-7849-8B6A-CB3B398F1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Freeform 1124">
                <a:extLst>
                  <a:ext uri="{FF2B5EF4-FFF2-40B4-BE49-F238E27FC236}">
                    <a16:creationId xmlns:a16="http://schemas.microsoft.com/office/drawing/2014/main" id="{A02AA6E2-5FD6-D14F-9923-83771333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7" name="Group 1125">
                <a:extLst>
                  <a:ext uri="{FF2B5EF4-FFF2-40B4-BE49-F238E27FC236}">
                    <a16:creationId xmlns:a16="http://schemas.microsoft.com/office/drawing/2014/main" id="{7117A071-F66A-A547-B2A3-FDEC23474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4" name="Freeform 1126">
                  <a:extLst>
                    <a:ext uri="{FF2B5EF4-FFF2-40B4-BE49-F238E27FC236}">
                      <a16:creationId xmlns:a16="http://schemas.microsoft.com/office/drawing/2014/main" id="{C6A05ABF-09D5-204F-A863-798CDA488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1127">
                  <a:extLst>
                    <a:ext uri="{FF2B5EF4-FFF2-40B4-BE49-F238E27FC236}">
                      <a16:creationId xmlns:a16="http://schemas.microsoft.com/office/drawing/2014/main" id="{5CAC6B94-A95D-C842-8436-C6DF87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 1128">
                  <a:extLst>
                    <a:ext uri="{FF2B5EF4-FFF2-40B4-BE49-F238E27FC236}">
                      <a16:creationId xmlns:a16="http://schemas.microsoft.com/office/drawing/2014/main" id="{A944E62C-7CE5-5840-927D-ABB2F8B5C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 1129">
                  <a:extLst>
                    <a:ext uri="{FF2B5EF4-FFF2-40B4-BE49-F238E27FC236}">
                      <a16:creationId xmlns:a16="http://schemas.microsoft.com/office/drawing/2014/main" id="{5E333F33-6B42-F449-BD09-5F8DBBA55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1130">
                  <a:extLst>
                    <a:ext uri="{FF2B5EF4-FFF2-40B4-BE49-F238E27FC236}">
                      <a16:creationId xmlns:a16="http://schemas.microsoft.com/office/drawing/2014/main" id="{A3DB0786-C2BD-4E43-9012-01938AED5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 1131">
                  <a:extLst>
                    <a:ext uri="{FF2B5EF4-FFF2-40B4-BE49-F238E27FC236}">
                      <a16:creationId xmlns:a16="http://schemas.microsoft.com/office/drawing/2014/main" id="{36DD7204-13F9-8C4B-ADCB-9CEF387EE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8" name="Freeform 1132">
                <a:extLst>
                  <a:ext uri="{FF2B5EF4-FFF2-40B4-BE49-F238E27FC236}">
                    <a16:creationId xmlns:a16="http://schemas.microsoft.com/office/drawing/2014/main" id="{8DD637FC-2617-F14C-8226-2FC83A2DC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133">
                <a:extLst>
                  <a:ext uri="{FF2B5EF4-FFF2-40B4-BE49-F238E27FC236}">
                    <a16:creationId xmlns:a16="http://schemas.microsoft.com/office/drawing/2014/main" id="{DD3D6FA8-3859-DC44-8888-8CB70CFB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134">
                <a:extLst>
                  <a:ext uri="{FF2B5EF4-FFF2-40B4-BE49-F238E27FC236}">
                    <a16:creationId xmlns:a16="http://schemas.microsoft.com/office/drawing/2014/main" id="{C236FB39-37F7-B848-9AD5-F22CFFE06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135">
                <a:extLst>
                  <a:ext uri="{FF2B5EF4-FFF2-40B4-BE49-F238E27FC236}">
                    <a16:creationId xmlns:a16="http://schemas.microsoft.com/office/drawing/2014/main" id="{0FC27225-99A5-B741-A309-ECBEFBCA7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136">
                <a:extLst>
                  <a:ext uri="{FF2B5EF4-FFF2-40B4-BE49-F238E27FC236}">
                    <a16:creationId xmlns:a16="http://schemas.microsoft.com/office/drawing/2014/main" id="{E2FC0D41-6288-E741-A785-A83E6CED2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137">
                <a:extLst>
                  <a:ext uri="{FF2B5EF4-FFF2-40B4-BE49-F238E27FC236}">
                    <a16:creationId xmlns:a16="http://schemas.microsoft.com/office/drawing/2014/main" id="{CA6DB5BC-B521-B849-B156-91FAF531CEC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1" name="Group 1139">
              <a:extLst>
                <a:ext uri="{FF2B5EF4-FFF2-40B4-BE49-F238E27FC236}">
                  <a16:creationId xmlns:a16="http://schemas.microsoft.com/office/drawing/2014/main" id="{88F41A8A-CF3F-494E-9A2F-B26D7CA1643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5" name="Picture 1140" descr="desktop_computer_stylized_medium">
                <a:extLst>
                  <a:ext uri="{FF2B5EF4-FFF2-40B4-BE49-F238E27FC236}">
                    <a16:creationId xmlns:a16="http://schemas.microsoft.com/office/drawing/2014/main" id="{DF6CF23B-627F-354F-9A8F-4AC37674F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" name="Freeform 1141">
                <a:extLst>
                  <a:ext uri="{FF2B5EF4-FFF2-40B4-BE49-F238E27FC236}">
                    <a16:creationId xmlns:a16="http://schemas.microsoft.com/office/drawing/2014/main" id="{5B53917A-96FB-2B49-82B9-6BB3BB16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85FF657-B3CE-E945-BB86-D18EC9B7226A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83" name="Picture 571" descr="fridge2.png">
                <a:extLst>
                  <a:ext uri="{FF2B5EF4-FFF2-40B4-BE49-F238E27FC236}">
                    <a16:creationId xmlns:a16="http://schemas.microsoft.com/office/drawing/2014/main" id="{52D49911-07F8-3343-8A41-1B2AC79DB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5" descr="antenna_stylized">
                <a:extLst>
                  <a:ext uri="{FF2B5EF4-FFF2-40B4-BE49-F238E27FC236}">
                    <a16:creationId xmlns:a16="http://schemas.microsoft.com/office/drawing/2014/main" id="{E5CB4C1D-6CCE-AD42-A805-75067034C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017FE0-34A3-FC43-92EF-C44FBDE65EF6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1D2297AB-8C1D-774F-89FF-8EBF734EB162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983DA81-C479-F849-AB06-EDCD924EF8B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B934C059-B2C0-5D4F-95BD-4B77D403B52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20" name="Picture 319" descr="server_rack.png">
                  <a:extLst>
                    <a:ext uri="{FF2B5EF4-FFF2-40B4-BE49-F238E27FC236}">
                      <a16:creationId xmlns:a16="http://schemas.microsoft.com/office/drawing/2014/main" id="{764A46D5-D344-3246-B4CA-E1BF2CFDE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1" name="Picture 320" descr="server_rack.png">
                  <a:extLst>
                    <a:ext uri="{FF2B5EF4-FFF2-40B4-BE49-F238E27FC236}">
                      <a16:creationId xmlns:a16="http://schemas.microsoft.com/office/drawing/2014/main" id="{90C1BE08-C428-E74E-B929-C6D1271BF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2" name="Picture 321" descr="server_rack.png">
                  <a:extLst>
                    <a:ext uri="{FF2B5EF4-FFF2-40B4-BE49-F238E27FC236}">
                      <a16:creationId xmlns:a16="http://schemas.microsoft.com/office/drawing/2014/main" id="{35FFED4D-9863-0F4E-8222-4355646934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57017C35-5A73-C341-95B3-2D62C8998FD7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B18831A-9F50-FF4A-B278-F70615A9BC2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DFC7A0EC-A9C9-974E-928E-28DD6455D0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E480D9A5-8FB7-3647-AB54-42D9700E6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C17EE074-02D0-4143-8ED9-E4D22056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589F8E4F-69B9-FA46-8D10-90FC7573C7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590">
            <a:extLst>
              <a:ext uri="{FF2B5EF4-FFF2-40B4-BE49-F238E27FC236}">
                <a16:creationId xmlns:a16="http://schemas.microsoft.com/office/drawing/2014/main" id="{002C44D5-1F60-7447-A1D2-6EE5F80202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57" name="Picture 591" descr="desktop_computer_stylized_medium">
              <a:extLst>
                <a:ext uri="{FF2B5EF4-FFF2-40B4-BE49-F238E27FC236}">
                  <a16:creationId xmlns:a16="http://schemas.microsoft.com/office/drawing/2014/main" id="{7F433925-7699-B34E-88C0-C818C496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592">
              <a:extLst>
                <a:ext uri="{FF2B5EF4-FFF2-40B4-BE49-F238E27FC236}">
                  <a16:creationId xmlns:a16="http://schemas.microsoft.com/office/drawing/2014/main" id="{0D0F51BD-6356-DE48-89F6-A645151C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9" name="Group 1064">
            <a:extLst>
              <a:ext uri="{FF2B5EF4-FFF2-40B4-BE49-F238E27FC236}">
                <a16:creationId xmlns:a16="http://schemas.microsoft.com/office/drawing/2014/main" id="{CF2DB679-9CD3-5148-94F7-225CE8489122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360" name="Picture 1065" descr="antenna_stylized">
              <a:extLst>
                <a:ext uri="{FF2B5EF4-FFF2-40B4-BE49-F238E27FC236}">
                  <a16:creationId xmlns:a16="http://schemas.microsoft.com/office/drawing/2014/main" id="{9C0613C0-FBB7-284C-AA40-5548C7D21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1" name="Picture 1066" descr="laptop_keyboard">
              <a:extLst>
                <a:ext uri="{FF2B5EF4-FFF2-40B4-BE49-F238E27FC236}">
                  <a16:creationId xmlns:a16="http://schemas.microsoft.com/office/drawing/2014/main" id="{4AC7E45E-9572-044A-9C56-FC7ECFA55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1067">
              <a:extLst>
                <a:ext uri="{FF2B5EF4-FFF2-40B4-BE49-F238E27FC236}">
                  <a16:creationId xmlns:a16="http://schemas.microsoft.com/office/drawing/2014/main" id="{F03C1D3B-84C4-D14D-85A1-78A65057D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63" name="Picture 1068" descr="screen">
              <a:extLst>
                <a:ext uri="{FF2B5EF4-FFF2-40B4-BE49-F238E27FC236}">
                  <a16:creationId xmlns:a16="http://schemas.microsoft.com/office/drawing/2014/main" id="{F1045CBD-A537-1447-9CC0-AA3BBA3E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Freeform 1069">
              <a:extLst>
                <a:ext uri="{FF2B5EF4-FFF2-40B4-BE49-F238E27FC236}">
                  <a16:creationId xmlns:a16="http://schemas.microsoft.com/office/drawing/2014/main" id="{76BB7C6D-EEEF-2649-B828-0A9E5351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Freeform 1070">
              <a:extLst>
                <a:ext uri="{FF2B5EF4-FFF2-40B4-BE49-F238E27FC236}">
                  <a16:creationId xmlns:a16="http://schemas.microsoft.com/office/drawing/2014/main" id="{3EACCABC-F6A7-9342-BDAE-E9A2DF204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 1071">
              <a:extLst>
                <a:ext uri="{FF2B5EF4-FFF2-40B4-BE49-F238E27FC236}">
                  <a16:creationId xmlns:a16="http://schemas.microsoft.com/office/drawing/2014/main" id="{D720BF6A-08AA-AD41-9F98-FEEAF38F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 1072">
              <a:extLst>
                <a:ext uri="{FF2B5EF4-FFF2-40B4-BE49-F238E27FC236}">
                  <a16:creationId xmlns:a16="http://schemas.microsoft.com/office/drawing/2014/main" id="{EBF545D7-85F7-654E-89B4-82A30829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1073">
              <a:extLst>
                <a:ext uri="{FF2B5EF4-FFF2-40B4-BE49-F238E27FC236}">
                  <a16:creationId xmlns:a16="http://schemas.microsoft.com/office/drawing/2014/main" id="{6EF35D5A-3DBA-4D49-BA09-E93CEA36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 1074">
              <a:extLst>
                <a:ext uri="{FF2B5EF4-FFF2-40B4-BE49-F238E27FC236}">
                  <a16:creationId xmlns:a16="http://schemas.microsoft.com/office/drawing/2014/main" id="{B6F9A7A1-3455-6E4B-9C84-C9854E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0" name="Group 1075">
              <a:extLst>
                <a:ext uri="{FF2B5EF4-FFF2-40B4-BE49-F238E27FC236}">
                  <a16:creationId xmlns:a16="http://schemas.microsoft.com/office/drawing/2014/main" id="{EE846B91-FBCE-4D4F-98BC-92FA6506F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Freeform 1076">
                <a:extLst>
                  <a:ext uri="{FF2B5EF4-FFF2-40B4-BE49-F238E27FC236}">
                    <a16:creationId xmlns:a16="http://schemas.microsoft.com/office/drawing/2014/main" id="{446AF9FA-9A2B-6646-8305-E78C2A2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8" name="Freeform 1077">
                <a:extLst>
                  <a:ext uri="{FF2B5EF4-FFF2-40B4-BE49-F238E27FC236}">
                    <a16:creationId xmlns:a16="http://schemas.microsoft.com/office/drawing/2014/main" id="{032C23DF-A006-EC41-8986-D3A29EAAE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9" name="Freeform 1078">
                <a:extLst>
                  <a:ext uri="{FF2B5EF4-FFF2-40B4-BE49-F238E27FC236}">
                    <a16:creationId xmlns:a16="http://schemas.microsoft.com/office/drawing/2014/main" id="{12058F0B-8516-DB42-97C6-166A9AB8D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0" name="Freeform 1079">
                <a:extLst>
                  <a:ext uri="{FF2B5EF4-FFF2-40B4-BE49-F238E27FC236}">
                    <a16:creationId xmlns:a16="http://schemas.microsoft.com/office/drawing/2014/main" id="{E56484E4-7DE8-5D40-A604-ADBF9CAC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1" name="Freeform 1080">
                <a:extLst>
                  <a:ext uri="{FF2B5EF4-FFF2-40B4-BE49-F238E27FC236}">
                    <a16:creationId xmlns:a16="http://schemas.microsoft.com/office/drawing/2014/main" id="{F26D0989-3D25-C44A-99EB-C0C43C9CA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2" name="Freeform 1081">
                <a:extLst>
                  <a:ext uri="{FF2B5EF4-FFF2-40B4-BE49-F238E27FC236}">
                    <a16:creationId xmlns:a16="http://schemas.microsoft.com/office/drawing/2014/main" id="{F72E0F31-1D88-144B-BBDB-07D0278D1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1" name="Freeform 1082">
              <a:extLst>
                <a:ext uri="{FF2B5EF4-FFF2-40B4-BE49-F238E27FC236}">
                  <a16:creationId xmlns:a16="http://schemas.microsoft.com/office/drawing/2014/main" id="{ACBC1450-C521-8449-9515-C8DD92D5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1083">
              <a:extLst>
                <a:ext uri="{FF2B5EF4-FFF2-40B4-BE49-F238E27FC236}">
                  <a16:creationId xmlns:a16="http://schemas.microsoft.com/office/drawing/2014/main" id="{FF494D13-5944-0E4F-BD7D-0B76A1DA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Freeform 1084">
              <a:extLst>
                <a:ext uri="{FF2B5EF4-FFF2-40B4-BE49-F238E27FC236}">
                  <a16:creationId xmlns:a16="http://schemas.microsoft.com/office/drawing/2014/main" id="{9558A80C-37DE-F248-8BD6-AB3D92B29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Freeform 1085">
              <a:extLst>
                <a:ext uri="{FF2B5EF4-FFF2-40B4-BE49-F238E27FC236}">
                  <a16:creationId xmlns:a16="http://schemas.microsoft.com/office/drawing/2014/main" id="{B4C7A048-5EFA-F841-8C13-E26E13A6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1086">
              <a:extLst>
                <a:ext uri="{FF2B5EF4-FFF2-40B4-BE49-F238E27FC236}">
                  <a16:creationId xmlns:a16="http://schemas.microsoft.com/office/drawing/2014/main" id="{AEB574AA-8683-A443-B9F7-0D254045C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Freeform 1087">
              <a:extLst>
                <a:ext uri="{FF2B5EF4-FFF2-40B4-BE49-F238E27FC236}">
                  <a16:creationId xmlns:a16="http://schemas.microsoft.com/office/drawing/2014/main" id="{F9C1D164-EACB-FA4C-A7B6-9E26AB4B77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0E70B6A3-FE5E-A44E-9290-B5AD07E8CD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F2BC7D5E-BF7D-1249-AFC8-B8B0E8165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5BDC8880-AD2D-4C4E-B14E-AAED9CDF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6" name="Group 590">
            <a:extLst>
              <a:ext uri="{FF2B5EF4-FFF2-40B4-BE49-F238E27FC236}">
                <a16:creationId xmlns:a16="http://schemas.microsoft.com/office/drawing/2014/main" id="{F4D03415-B38F-5B44-9B13-ABF6FE4BB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387" name="Picture 591" descr="desktop_computer_stylized_medium">
              <a:extLst>
                <a:ext uri="{FF2B5EF4-FFF2-40B4-BE49-F238E27FC236}">
                  <a16:creationId xmlns:a16="http://schemas.microsoft.com/office/drawing/2014/main" id="{32EA6117-AAC5-C94D-B49B-C43DF16E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592">
              <a:extLst>
                <a:ext uri="{FF2B5EF4-FFF2-40B4-BE49-F238E27FC236}">
                  <a16:creationId xmlns:a16="http://schemas.microsoft.com/office/drawing/2014/main" id="{3508017E-8AA9-D647-891A-276887DA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9" name="Group 1064">
            <a:extLst>
              <a:ext uri="{FF2B5EF4-FFF2-40B4-BE49-F238E27FC236}">
                <a16:creationId xmlns:a16="http://schemas.microsoft.com/office/drawing/2014/main" id="{8D491387-EBC3-2D40-9285-1F06C1D72E08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390" name="Picture 1065" descr="antenna_stylized">
              <a:extLst>
                <a:ext uri="{FF2B5EF4-FFF2-40B4-BE49-F238E27FC236}">
                  <a16:creationId xmlns:a16="http://schemas.microsoft.com/office/drawing/2014/main" id="{E1605A46-E7E7-DA4D-A7B1-3F2BF5D0E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1" name="Picture 1066" descr="laptop_keyboard">
              <a:extLst>
                <a:ext uri="{FF2B5EF4-FFF2-40B4-BE49-F238E27FC236}">
                  <a16:creationId xmlns:a16="http://schemas.microsoft.com/office/drawing/2014/main" id="{E538A48B-7DCF-524B-8A59-631429692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Freeform 1067">
              <a:extLst>
                <a:ext uri="{FF2B5EF4-FFF2-40B4-BE49-F238E27FC236}">
                  <a16:creationId xmlns:a16="http://schemas.microsoft.com/office/drawing/2014/main" id="{0DF72841-010E-EF4C-BF8A-91211757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3" name="Picture 1068" descr="screen">
              <a:extLst>
                <a:ext uri="{FF2B5EF4-FFF2-40B4-BE49-F238E27FC236}">
                  <a16:creationId xmlns:a16="http://schemas.microsoft.com/office/drawing/2014/main" id="{05FB75E6-02C0-C749-B8C1-6EE94751E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4" name="Freeform 1069">
              <a:extLst>
                <a:ext uri="{FF2B5EF4-FFF2-40B4-BE49-F238E27FC236}">
                  <a16:creationId xmlns:a16="http://schemas.microsoft.com/office/drawing/2014/main" id="{2C42E210-EA7A-7243-97B1-C77EE247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5" name="Freeform 1070">
              <a:extLst>
                <a:ext uri="{FF2B5EF4-FFF2-40B4-BE49-F238E27FC236}">
                  <a16:creationId xmlns:a16="http://schemas.microsoft.com/office/drawing/2014/main" id="{020C16FB-B47C-5A40-8613-E3DA0F013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 1071">
              <a:extLst>
                <a:ext uri="{FF2B5EF4-FFF2-40B4-BE49-F238E27FC236}">
                  <a16:creationId xmlns:a16="http://schemas.microsoft.com/office/drawing/2014/main" id="{B6AF1532-CB13-784D-8AF3-B5F865952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 1072">
              <a:extLst>
                <a:ext uri="{FF2B5EF4-FFF2-40B4-BE49-F238E27FC236}">
                  <a16:creationId xmlns:a16="http://schemas.microsoft.com/office/drawing/2014/main" id="{A71AE470-9F14-D044-93DB-3DCB5DBE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 1073">
              <a:extLst>
                <a:ext uri="{FF2B5EF4-FFF2-40B4-BE49-F238E27FC236}">
                  <a16:creationId xmlns:a16="http://schemas.microsoft.com/office/drawing/2014/main" id="{7753045D-9842-CC41-9B0D-EB58149E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 1074">
              <a:extLst>
                <a:ext uri="{FF2B5EF4-FFF2-40B4-BE49-F238E27FC236}">
                  <a16:creationId xmlns:a16="http://schemas.microsoft.com/office/drawing/2014/main" id="{FB62560B-8A1D-1D4A-9C7F-3D1ED4E8C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0" name="Group 1075">
              <a:extLst>
                <a:ext uri="{FF2B5EF4-FFF2-40B4-BE49-F238E27FC236}">
                  <a16:creationId xmlns:a16="http://schemas.microsoft.com/office/drawing/2014/main" id="{954A64CB-1C45-324C-8CBE-16624C1A0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7" name="Freeform 1076">
                <a:extLst>
                  <a:ext uri="{FF2B5EF4-FFF2-40B4-BE49-F238E27FC236}">
                    <a16:creationId xmlns:a16="http://schemas.microsoft.com/office/drawing/2014/main" id="{69DEB18E-BA65-9043-A426-C13F7671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8" name="Freeform 1077">
                <a:extLst>
                  <a:ext uri="{FF2B5EF4-FFF2-40B4-BE49-F238E27FC236}">
                    <a16:creationId xmlns:a16="http://schemas.microsoft.com/office/drawing/2014/main" id="{4DE24D51-7581-B14D-B3B6-84A687083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9" name="Freeform 1078">
                <a:extLst>
                  <a:ext uri="{FF2B5EF4-FFF2-40B4-BE49-F238E27FC236}">
                    <a16:creationId xmlns:a16="http://schemas.microsoft.com/office/drawing/2014/main" id="{EFD736A0-861B-7C41-B7C6-101FA037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0" name="Freeform 1079">
                <a:extLst>
                  <a:ext uri="{FF2B5EF4-FFF2-40B4-BE49-F238E27FC236}">
                    <a16:creationId xmlns:a16="http://schemas.microsoft.com/office/drawing/2014/main" id="{8BD7163E-D90B-7647-AEF5-5CECAFA59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1" name="Freeform 1080">
                <a:extLst>
                  <a:ext uri="{FF2B5EF4-FFF2-40B4-BE49-F238E27FC236}">
                    <a16:creationId xmlns:a16="http://schemas.microsoft.com/office/drawing/2014/main" id="{FC877D4D-D065-104D-8CA3-E0607A9B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1081">
                <a:extLst>
                  <a:ext uri="{FF2B5EF4-FFF2-40B4-BE49-F238E27FC236}">
                    <a16:creationId xmlns:a16="http://schemas.microsoft.com/office/drawing/2014/main" id="{BA9728F5-6BD1-104C-9953-C37CCA79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01" name="Freeform 1082">
              <a:extLst>
                <a:ext uri="{FF2B5EF4-FFF2-40B4-BE49-F238E27FC236}">
                  <a16:creationId xmlns:a16="http://schemas.microsoft.com/office/drawing/2014/main" id="{D3A627E4-20E1-094F-91E7-9E62C1D73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2" name="Freeform 1083">
              <a:extLst>
                <a:ext uri="{FF2B5EF4-FFF2-40B4-BE49-F238E27FC236}">
                  <a16:creationId xmlns:a16="http://schemas.microsoft.com/office/drawing/2014/main" id="{DE5062C9-C70B-B74E-90B7-8B999FB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3" name="Freeform 1084">
              <a:extLst>
                <a:ext uri="{FF2B5EF4-FFF2-40B4-BE49-F238E27FC236}">
                  <a16:creationId xmlns:a16="http://schemas.microsoft.com/office/drawing/2014/main" id="{60A19E6B-9711-D44A-9A86-78531884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4" name="Freeform 1085">
              <a:extLst>
                <a:ext uri="{FF2B5EF4-FFF2-40B4-BE49-F238E27FC236}">
                  <a16:creationId xmlns:a16="http://schemas.microsoft.com/office/drawing/2014/main" id="{DABF2084-7101-4A42-808E-03169821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5" name="Freeform 1086">
              <a:extLst>
                <a:ext uri="{FF2B5EF4-FFF2-40B4-BE49-F238E27FC236}">
                  <a16:creationId xmlns:a16="http://schemas.microsoft.com/office/drawing/2014/main" id="{3BECAB59-402D-C44C-8F0A-AC630F6F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6" name="Freeform 1087">
              <a:extLst>
                <a:ext uri="{FF2B5EF4-FFF2-40B4-BE49-F238E27FC236}">
                  <a16:creationId xmlns:a16="http://schemas.microsoft.com/office/drawing/2014/main" id="{C431D1EA-39CA-5549-B407-D7CBF12DC3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3" name="Freeform 984">
            <a:extLst>
              <a:ext uri="{FF2B5EF4-FFF2-40B4-BE49-F238E27FC236}">
                <a16:creationId xmlns:a16="http://schemas.microsoft.com/office/drawing/2014/main" id="{EF28E360-D52F-294F-97A4-5B43A7D60CE3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Freeform 986">
            <a:extLst>
              <a:ext uri="{FF2B5EF4-FFF2-40B4-BE49-F238E27FC236}">
                <a16:creationId xmlns:a16="http://schemas.microsoft.com/office/drawing/2014/main" id="{9D5E80B1-F637-9E4D-BFD5-5F5ADB827A42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Freeform 987">
            <a:extLst>
              <a:ext uri="{FF2B5EF4-FFF2-40B4-BE49-F238E27FC236}">
                <a16:creationId xmlns:a16="http://schemas.microsoft.com/office/drawing/2014/main" id="{F21D56DB-F5E9-8D44-92D9-C4770361B950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988">
            <a:extLst>
              <a:ext uri="{FF2B5EF4-FFF2-40B4-BE49-F238E27FC236}">
                <a16:creationId xmlns:a16="http://schemas.microsoft.com/office/drawing/2014/main" id="{0447DE90-707A-1F42-8981-9A87D22C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7" name="Group 989">
            <a:extLst>
              <a:ext uri="{FF2B5EF4-FFF2-40B4-BE49-F238E27FC236}">
                <a16:creationId xmlns:a16="http://schemas.microsoft.com/office/drawing/2014/main" id="{A6C8AE16-7445-9845-8F83-A3F851D4F042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418" name="AutoShape 990">
              <a:extLst>
                <a:ext uri="{FF2B5EF4-FFF2-40B4-BE49-F238E27FC236}">
                  <a16:creationId xmlns:a16="http://schemas.microsoft.com/office/drawing/2014/main" id="{5E1B1032-2F46-EF4A-B472-E7BC9E83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9" name="AutoShape 991">
              <a:extLst>
                <a:ext uri="{FF2B5EF4-FFF2-40B4-BE49-F238E27FC236}">
                  <a16:creationId xmlns:a16="http://schemas.microsoft.com/office/drawing/2014/main" id="{F24B042A-2483-8545-A723-0074F55A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0" name="Rectangle 992">
            <a:extLst>
              <a:ext uri="{FF2B5EF4-FFF2-40B4-BE49-F238E27FC236}">
                <a16:creationId xmlns:a16="http://schemas.microsoft.com/office/drawing/2014/main" id="{E881C066-69A3-D649-893B-A3C4CB9FA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1" name="Group 993">
            <a:extLst>
              <a:ext uri="{FF2B5EF4-FFF2-40B4-BE49-F238E27FC236}">
                <a16:creationId xmlns:a16="http://schemas.microsoft.com/office/drawing/2014/main" id="{2B8081F4-DBFC-C442-BDEE-DF67BF3817BC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422" name="AutoShape 994">
              <a:extLst>
                <a:ext uri="{FF2B5EF4-FFF2-40B4-BE49-F238E27FC236}">
                  <a16:creationId xmlns:a16="http://schemas.microsoft.com/office/drawing/2014/main" id="{B9A9624E-B9DF-9A46-B31E-DD7EFD0F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3" name="AutoShape 995">
              <a:extLst>
                <a:ext uri="{FF2B5EF4-FFF2-40B4-BE49-F238E27FC236}">
                  <a16:creationId xmlns:a16="http://schemas.microsoft.com/office/drawing/2014/main" id="{642F554B-5A88-A44B-AAB6-61F7D5A17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4" name="Rectangle 996">
            <a:extLst>
              <a:ext uri="{FF2B5EF4-FFF2-40B4-BE49-F238E27FC236}">
                <a16:creationId xmlns:a16="http://schemas.microsoft.com/office/drawing/2014/main" id="{2F7E8752-11E5-3642-90E6-5285D40E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25" name="Rectangle 997">
            <a:extLst>
              <a:ext uri="{FF2B5EF4-FFF2-40B4-BE49-F238E27FC236}">
                <a16:creationId xmlns:a16="http://schemas.microsoft.com/office/drawing/2014/main" id="{C884D5C3-FF18-F04A-B4E2-7E02117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6" name="Group 998">
            <a:extLst>
              <a:ext uri="{FF2B5EF4-FFF2-40B4-BE49-F238E27FC236}">
                <a16:creationId xmlns:a16="http://schemas.microsoft.com/office/drawing/2014/main" id="{D321F228-396F-C44B-AA64-15D0F1B6CEFB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427" name="AutoShape 999">
              <a:extLst>
                <a:ext uri="{FF2B5EF4-FFF2-40B4-BE49-F238E27FC236}">
                  <a16:creationId xmlns:a16="http://schemas.microsoft.com/office/drawing/2014/main" id="{849EBD72-C779-B442-B144-4C92B9E7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AutoShape 1000">
              <a:extLst>
                <a:ext uri="{FF2B5EF4-FFF2-40B4-BE49-F238E27FC236}">
                  <a16:creationId xmlns:a16="http://schemas.microsoft.com/office/drawing/2014/main" id="{D93FB61F-FF29-F24D-8788-4165F508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9" name="Freeform 1001">
            <a:extLst>
              <a:ext uri="{FF2B5EF4-FFF2-40B4-BE49-F238E27FC236}">
                <a16:creationId xmlns:a16="http://schemas.microsoft.com/office/drawing/2014/main" id="{A40EEA2E-A801-414B-8FBC-BBC009ECE19B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0" name="Group 1002">
            <a:extLst>
              <a:ext uri="{FF2B5EF4-FFF2-40B4-BE49-F238E27FC236}">
                <a16:creationId xmlns:a16="http://schemas.microsoft.com/office/drawing/2014/main" id="{F068EC4B-78B0-B24C-99A7-F96D6C86A2B9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431" name="AutoShape 1003">
              <a:extLst>
                <a:ext uri="{FF2B5EF4-FFF2-40B4-BE49-F238E27FC236}">
                  <a16:creationId xmlns:a16="http://schemas.microsoft.com/office/drawing/2014/main" id="{76307DFD-7DBD-DD4D-8615-A8A8D15D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2" name="AutoShape 1004">
              <a:extLst>
                <a:ext uri="{FF2B5EF4-FFF2-40B4-BE49-F238E27FC236}">
                  <a16:creationId xmlns:a16="http://schemas.microsoft.com/office/drawing/2014/main" id="{B5EA7410-FCB5-3C42-A74F-F566ABFA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33" name="Rectangle 1005">
            <a:extLst>
              <a:ext uri="{FF2B5EF4-FFF2-40B4-BE49-F238E27FC236}">
                <a16:creationId xmlns:a16="http://schemas.microsoft.com/office/drawing/2014/main" id="{10238275-C02A-F74A-A765-B593C055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4" name="Freeform 1006">
            <a:extLst>
              <a:ext uri="{FF2B5EF4-FFF2-40B4-BE49-F238E27FC236}">
                <a16:creationId xmlns:a16="http://schemas.microsoft.com/office/drawing/2014/main" id="{81D6D301-6C77-C64B-B2D0-382D840AA7FC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5" name="Freeform 1007">
            <a:extLst>
              <a:ext uri="{FF2B5EF4-FFF2-40B4-BE49-F238E27FC236}">
                <a16:creationId xmlns:a16="http://schemas.microsoft.com/office/drawing/2014/main" id="{6966CA35-6F7B-6C4F-AEE3-078FED56DF20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Oval 1008">
            <a:extLst>
              <a:ext uri="{FF2B5EF4-FFF2-40B4-BE49-F238E27FC236}">
                <a16:creationId xmlns:a16="http://schemas.microsoft.com/office/drawing/2014/main" id="{2CFA9381-C4F6-8A4A-BCBB-3123886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7" name="Freeform 1009">
            <a:extLst>
              <a:ext uri="{FF2B5EF4-FFF2-40B4-BE49-F238E27FC236}">
                <a16:creationId xmlns:a16="http://schemas.microsoft.com/office/drawing/2014/main" id="{B30AEBEB-78E1-754E-BA64-FEE706BFF392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8" name="AutoShape 1010">
            <a:extLst>
              <a:ext uri="{FF2B5EF4-FFF2-40B4-BE49-F238E27FC236}">
                <a16:creationId xmlns:a16="http://schemas.microsoft.com/office/drawing/2014/main" id="{F2779901-7D8F-784A-8E8D-39703670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9" name="AutoShape 1011">
            <a:extLst>
              <a:ext uri="{FF2B5EF4-FFF2-40B4-BE49-F238E27FC236}">
                <a16:creationId xmlns:a16="http://schemas.microsoft.com/office/drawing/2014/main" id="{87A8BD55-4166-4643-A7DA-52B9D36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0" name="Oval 1012">
            <a:extLst>
              <a:ext uri="{FF2B5EF4-FFF2-40B4-BE49-F238E27FC236}">
                <a16:creationId xmlns:a16="http://schemas.microsoft.com/office/drawing/2014/main" id="{0F991E83-25F4-2549-B34F-7A984720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1" name="Oval 1013">
            <a:extLst>
              <a:ext uri="{FF2B5EF4-FFF2-40B4-BE49-F238E27FC236}">
                <a16:creationId xmlns:a16="http://schemas.microsoft.com/office/drawing/2014/main" id="{01F6513A-F015-D94A-929C-75D48673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2" name="Oval 1014">
            <a:extLst>
              <a:ext uri="{FF2B5EF4-FFF2-40B4-BE49-F238E27FC236}">
                <a16:creationId xmlns:a16="http://schemas.microsoft.com/office/drawing/2014/main" id="{DF2F1710-E7DF-7E48-A534-44E42CD0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3" name="Rectangle 1015">
            <a:extLst>
              <a:ext uri="{FF2B5EF4-FFF2-40B4-BE49-F238E27FC236}">
                <a16:creationId xmlns:a16="http://schemas.microsoft.com/office/drawing/2014/main" id="{328DCBC9-32E9-FD44-B2CF-3BC801D5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47" name="Group 590">
            <a:extLst>
              <a:ext uri="{FF2B5EF4-FFF2-40B4-BE49-F238E27FC236}">
                <a16:creationId xmlns:a16="http://schemas.microsoft.com/office/drawing/2014/main" id="{CCAB7625-FEE3-BB4A-97C1-EF1CC267990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51" name="Picture 591" descr="desktop_computer_stylized_medium">
              <a:extLst>
                <a:ext uri="{FF2B5EF4-FFF2-40B4-BE49-F238E27FC236}">
                  <a16:creationId xmlns:a16="http://schemas.microsoft.com/office/drawing/2014/main" id="{FC71EB74-5BE7-7A48-B637-5058D8494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2" name="Freeform 592">
              <a:extLst>
                <a:ext uri="{FF2B5EF4-FFF2-40B4-BE49-F238E27FC236}">
                  <a16:creationId xmlns:a16="http://schemas.microsoft.com/office/drawing/2014/main" id="{B9007CC0-7362-AE4E-9B5B-742E3046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47118FD-7A98-6943-B3A3-B578E5FB9F06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6" name="Group 652">
            <a:extLst>
              <a:ext uri="{FF2B5EF4-FFF2-40B4-BE49-F238E27FC236}">
                <a16:creationId xmlns:a16="http://schemas.microsoft.com/office/drawing/2014/main" id="{84B474B2-2AC4-EC40-9EA0-B5E48CE68CBD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453" name="Picture 653" descr="iphone_stylized_small">
              <a:extLst>
                <a:ext uri="{FF2B5EF4-FFF2-40B4-BE49-F238E27FC236}">
                  <a16:creationId xmlns:a16="http://schemas.microsoft.com/office/drawing/2014/main" id="{34A94CEC-DE5F-E64D-A5B4-F04DB323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4" name="Picture 654" descr="antenna_radiation_stylized">
              <a:extLst>
                <a:ext uri="{FF2B5EF4-FFF2-40B4-BE49-F238E27FC236}">
                  <a16:creationId xmlns:a16="http://schemas.microsoft.com/office/drawing/2014/main" id="{67C4AABE-F80E-F846-A0E8-D555DE64E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49" name="Oval 448">
            <a:extLst>
              <a:ext uri="{FF2B5EF4-FFF2-40B4-BE49-F238E27FC236}">
                <a16:creationId xmlns:a16="http://schemas.microsoft.com/office/drawing/2014/main" id="{D57ABF6C-635D-8547-9D46-7AFB160876AA}"/>
              </a:ext>
            </a:extLst>
          </p:cNvPr>
          <p:cNvSpPr/>
          <p:nvPr/>
        </p:nvSpPr>
        <p:spPr>
          <a:xfrm>
            <a:off x="7680324" y="1814171"/>
            <a:ext cx="612303" cy="51006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2895CDC0-6EA0-564A-AFB6-E1E735A44F41}"/>
              </a:ext>
            </a:extLst>
          </p:cNvPr>
          <p:cNvSpPr/>
          <p:nvPr/>
        </p:nvSpPr>
        <p:spPr>
          <a:xfrm>
            <a:off x="9823450" y="5554772"/>
            <a:ext cx="612303" cy="51006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Freeform 917">
            <a:extLst>
              <a:ext uri="{FF2B5EF4-FFF2-40B4-BE49-F238E27FC236}">
                <a16:creationId xmlns:a16="http://schemas.microsoft.com/office/drawing/2014/main" id="{ADACC4C8-123A-0642-ADC2-DC6E1D927429}"/>
              </a:ext>
            </a:extLst>
          </p:cNvPr>
          <p:cNvSpPr>
            <a:spLocks/>
          </p:cNvSpPr>
          <p:nvPr/>
        </p:nvSpPr>
        <p:spPr bwMode="auto">
          <a:xfrm>
            <a:off x="8005845" y="1190714"/>
            <a:ext cx="304800" cy="94297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FEE881-E73C-8C4D-A5ED-9848E08F428B}"/>
              </a:ext>
            </a:extLst>
          </p:cNvPr>
          <p:cNvGrpSpPr/>
          <p:nvPr/>
        </p:nvGrpSpPr>
        <p:grpSpPr>
          <a:xfrm>
            <a:off x="10288915" y="4742972"/>
            <a:ext cx="880622" cy="861812"/>
            <a:chOff x="10288915" y="4742972"/>
            <a:chExt cx="880622" cy="861812"/>
          </a:xfrm>
        </p:grpSpPr>
        <p:grpSp>
          <p:nvGrpSpPr>
            <p:cNvPr id="323" name="Group 950">
              <a:extLst>
                <a:ext uri="{FF2B5EF4-FFF2-40B4-BE49-F238E27FC236}">
                  <a16:creationId xmlns:a16="http://schemas.microsoft.com/office/drawing/2014/main" id="{BF16D25A-05F2-BD48-8851-FCCC3771B7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88915" y="5273951"/>
              <a:ext cx="177192" cy="330833"/>
              <a:chOff x="4140" y="429"/>
              <a:chExt cx="1425" cy="2396"/>
            </a:xfrm>
          </p:grpSpPr>
          <p:sp>
            <p:nvSpPr>
              <p:cNvPr id="324" name="Freeform 951">
                <a:extLst>
                  <a:ext uri="{FF2B5EF4-FFF2-40B4-BE49-F238E27FC236}">
                    <a16:creationId xmlns:a16="http://schemas.microsoft.com/office/drawing/2014/main" id="{72C50429-8235-E440-B0F8-ADCFAC748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5" name="Rectangle 952">
                <a:extLst>
                  <a:ext uri="{FF2B5EF4-FFF2-40B4-BE49-F238E27FC236}">
                    <a16:creationId xmlns:a16="http://schemas.microsoft.com/office/drawing/2014/main" id="{C8289D20-20EF-CE4A-B82D-CC6F98B22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26" name="Freeform 953">
                <a:extLst>
                  <a:ext uri="{FF2B5EF4-FFF2-40B4-BE49-F238E27FC236}">
                    <a16:creationId xmlns:a16="http://schemas.microsoft.com/office/drawing/2014/main" id="{512EE24C-2BC1-5A45-B541-28FAD5522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7" name="Freeform 954">
                <a:extLst>
                  <a:ext uri="{FF2B5EF4-FFF2-40B4-BE49-F238E27FC236}">
                    <a16:creationId xmlns:a16="http://schemas.microsoft.com/office/drawing/2014/main" id="{CC26DF50-FD02-994D-80F7-4CD21CC31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8" name="Rectangle 955">
                <a:extLst>
                  <a:ext uri="{FF2B5EF4-FFF2-40B4-BE49-F238E27FC236}">
                    <a16:creationId xmlns:a16="http://schemas.microsoft.com/office/drawing/2014/main" id="{12D5F885-EEB6-EA49-8F16-8E65F7B568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329" name="Group 956">
                <a:extLst>
                  <a:ext uri="{FF2B5EF4-FFF2-40B4-BE49-F238E27FC236}">
                    <a16:creationId xmlns:a16="http://schemas.microsoft.com/office/drawing/2014/main" id="{4819CF1A-CAA2-2445-BACA-6333C67700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54" name="AutoShape 957">
                  <a:extLst>
                    <a:ext uri="{FF2B5EF4-FFF2-40B4-BE49-F238E27FC236}">
                      <a16:creationId xmlns:a16="http://schemas.microsoft.com/office/drawing/2014/main" id="{F403CAA7-7575-5B45-9B26-74060E67ED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5" name="AutoShape 958">
                  <a:extLst>
                    <a:ext uri="{FF2B5EF4-FFF2-40B4-BE49-F238E27FC236}">
                      <a16:creationId xmlns:a16="http://schemas.microsoft.com/office/drawing/2014/main" id="{E7C03107-B3D4-E74B-8026-51FC5FB4C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0" name="Rectangle 959">
                <a:extLst>
                  <a:ext uri="{FF2B5EF4-FFF2-40B4-BE49-F238E27FC236}">
                    <a16:creationId xmlns:a16="http://schemas.microsoft.com/office/drawing/2014/main" id="{8C82FD14-8B3E-4C45-BA2F-1D536922B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331" name="Group 960">
                <a:extLst>
                  <a:ext uri="{FF2B5EF4-FFF2-40B4-BE49-F238E27FC236}">
                    <a16:creationId xmlns:a16="http://schemas.microsoft.com/office/drawing/2014/main" id="{848EC42A-6B0F-D74E-99AF-9287D4319D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52" name="AutoShape 961">
                  <a:extLst>
                    <a:ext uri="{FF2B5EF4-FFF2-40B4-BE49-F238E27FC236}">
                      <a16:creationId xmlns:a16="http://schemas.microsoft.com/office/drawing/2014/main" id="{5837F05C-C8FD-5D48-B46A-FAF46F8F6D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3" name="AutoShape 962">
                  <a:extLst>
                    <a:ext uri="{FF2B5EF4-FFF2-40B4-BE49-F238E27FC236}">
                      <a16:creationId xmlns:a16="http://schemas.microsoft.com/office/drawing/2014/main" id="{85884ACD-1556-C049-9208-BBD38D4BCB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2" name="Rectangle 963">
                <a:extLst>
                  <a:ext uri="{FF2B5EF4-FFF2-40B4-BE49-F238E27FC236}">
                    <a16:creationId xmlns:a16="http://schemas.microsoft.com/office/drawing/2014/main" id="{BB3BDCEC-6ABC-7E44-B9C4-70680B656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33" name="Rectangle 964">
                <a:extLst>
                  <a:ext uri="{FF2B5EF4-FFF2-40B4-BE49-F238E27FC236}">
                    <a16:creationId xmlns:a16="http://schemas.microsoft.com/office/drawing/2014/main" id="{BF659529-BF75-D64D-A398-3F5F02E8D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334" name="Group 965">
                <a:extLst>
                  <a:ext uri="{FF2B5EF4-FFF2-40B4-BE49-F238E27FC236}">
                    <a16:creationId xmlns:a16="http://schemas.microsoft.com/office/drawing/2014/main" id="{08EED94E-296E-6944-AB01-4E0F74CF60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50" name="AutoShape 966">
                  <a:extLst>
                    <a:ext uri="{FF2B5EF4-FFF2-40B4-BE49-F238E27FC236}">
                      <a16:creationId xmlns:a16="http://schemas.microsoft.com/office/drawing/2014/main" id="{E45BC691-EDAB-5043-B974-6931BF4A1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" name="AutoShape 967">
                  <a:extLst>
                    <a:ext uri="{FF2B5EF4-FFF2-40B4-BE49-F238E27FC236}">
                      <a16:creationId xmlns:a16="http://schemas.microsoft.com/office/drawing/2014/main" id="{BC4BCC73-0226-7344-A90F-A319311EB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5" name="Freeform 968">
                <a:extLst>
                  <a:ext uri="{FF2B5EF4-FFF2-40B4-BE49-F238E27FC236}">
                    <a16:creationId xmlns:a16="http://schemas.microsoft.com/office/drawing/2014/main" id="{4D3CB3E6-04E9-DD42-A1E2-B9CFDE5F40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6" name="Group 969">
                <a:extLst>
                  <a:ext uri="{FF2B5EF4-FFF2-40B4-BE49-F238E27FC236}">
                    <a16:creationId xmlns:a16="http://schemas.microsoft.com/office/drawing/2014/main" id="{D3A85C8F-5C9D-004C-BED1-826FD6B753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8" name="AutoShape 970">
                  <a:extLst>
                    <a:ext uri="{FF2B5EF4-FFF2-40B4-BE49-F238E27FC236}">
                      <a16:creationId xmlns:a16="http://schemas.microsoft.com/office/drawing/2014/main" id="{61DC189F-D857-CE49-9706-A99AFD0741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9" name="AutoShape 971">
                  <a:extLst>
                    <a:ext uri="{FF2B5EF4-FFF2-40B4-BE49-F238E27FC236}">
                      <a16:creationId xmlns:a16="http://schemas.microsoft.com/office/drawing/2014/main" id="{8FED6611-7057-CD45-9474-CA215533CF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7" name="Rectangle 972">
                <a:extLst>
                  <a:ext uri="{FF2B5EF4-FFF2-40B4-BE49-F238E27FC236}">
                    <a16:creationId xmlns:a16="http://schemas.microsoft.com/office/drawing/2014/main" id="{043E3E2C-723D-CA49-8604-B8FA4FD29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38" name="Freeform 973">
                <a:extLst>
                  <a:ext uri="{FF2B5EF4-FFF2-40B4-BE49-F238E27FC236}">
                    <a16:creationId xmlns:a16="http://schemas.microsoft.com/office/drawing/2014/main" id="{A7D59DBF-B240-2743-8F05-CD6652179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9" name="Freeform 974">
                <a:extLst>
                  <a:ext uri="{FF2B5EF4-FFF2-40B4-BE49-F238E27FC236}">
                    <a16:creationId xmlns:a16="http://schemas.microsoft.com/office/drawing/2014/main" id="{782758E0-5FA1-2541-8957-4820DA2644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0" name="Oval 975">
                <a:extLst>
                  <a:ext uri="{FF2B5EF4-FFF2-40B4-BE49-F238E27FC236}">
                    <a16:creationId xmlns:a16="http://schemas.microsoft.com/office/drawing/2014/main" id="{E43434A9-1771-1841-B10D-00C68B13F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1" name="Freeform 976">
                <a:extLst>
                  <a:ext uri="{FF2B5EF4-FFF2-40B4-BE49-F238E27FC236}">
                    <a16:creationId xmlns:a16="http://schemas.microsoft.com/office/drawing/2014/main" id="{7F3BC29B-77D4-0345-BC99-5EBDE5178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2" name="AutoShape 977">
                <a:extLst>
                  <a:ext uri="{FF2B5EF4-FFF2-40B4-BE49-F238E27FC236}">
                    <a16:creationId xmlns:a16="http://schemas.microsoft.com/office/drawing/2014/main" id="{AB8C4D5D-D558-0E48-B735-10A1700F9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3" name="AutoShape 978">
                <a:extLst>
                  <a:ext uri="{FF2B5EF4-FFF2-40B4-BE49-F238E27FC236}">
                    <a16:creationId xmlns:a16="http://schemas.microsoft.com/office/drawing/2014/main" id="{A52E34C3-2A4E-6E43-AEAD-80E9029E9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4" name="Oval 979">
                <a:extLst>
                  <a:ext uri="{FF2B5EF4-FFF2-40B4-BE49-F238E27FC236}">
                    <a16:creationId xmlns:a16="http://schemas.microsoft.com/office/drawing/2014/main" id="{CF996EB8-B8AF-1645-81FB-5C4480FC1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5" name="Oval 980">
                <a:extLst>
                  <a:ext uri="{FF2B5EF4-FFF2-40B4-BE49-F238E27FC236}">
                    <a16:creationId xmlns:a16="http://schemas.microsoft.com/office/drawing/2014/main" id="{6ABBF416-3D25-A54A-B9CB-9BC7B8D8B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6" name="Oval 981">
                <a:extLst>
                  <a:ext uri="{FF2B5EF4-FFF2-40B4-BE49-F238E27FC236}">
                    <a16:creationId xmlns:a16="http://schemas.microsoft.com/office/drawing/2014/main" id="{BEBFB614-43B9-5A4B-8E5D-794244BE1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7" name="Rectangle 982">
                <a:extLst>
                  <a:ext uri="{FF2B5EF4-FFF2-40B4-BE49-F238E27FC236}">
                    <a16:creationId xmlns:a16="http://schemas.microsoft.com/office/drawing/2014/main" id="{C5CE1C8E-4047-8540-B7FB-EBAB3DBC6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5" name="Rectangle 227">
              <a:extLst>
                <a:ext uri="{FF2B5EF4-FFF2-40B4-BE49-F238E27FC236}">
                  <a16:creationId xmlns:a16="http://schemas.microsoft.com/office/drawing/2014/main" id="{DDE0D48B-5AA6-5340-937B-33FE1BA44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2186" y="4753064"/>
              <a:ext cx="676276" cy="776288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6" name="Rectangle 228">
              <a:extLst>
                <a:ext uri="{FF2B5EF4-FFF2-40B4-BE49-F238E27FC236}">
                  <a16:creationId xmlns:a16="http://schemas.microsoft.com/office/drawing/2014/main" id="{AEBD2839-8A70-0849-9413-EA386C5B0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8848" y="4776877"/>
              <a:ext cx="690563" cy="800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7" name="Rectangle 229">
              <a:extLst>
                <a:ext uri="{FF2B5EF4-FFF2-40B4-BE49-F238E27FC236}">
                  <a16:creationId xmlns:a16="http://schemas.microsoft.com/office/drawing/2014/main" id="{66D99AF7-74D7-B440-A1E0-2DC5D0A5E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5991" y="4930726"/>
              <a:ext cx="676276" cy="18666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8" name="Text Box 230">
              <a:extLst>
                <a:ext uri="{FF2B5EF4-FFF2-40B4-BE49-F238E27FC236}">
                  <a16:creationId xmlns:a16="http://schemas.microsoft.com/office/drawing/2014/main" id="{0C785C80-53AC-EA4E-992A-05BE1EFF5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5149" y="4742972"/>
              <a:ext cx="814388" cy="854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9" name="Line 231">
              <a:extLst>
                <a:ext uri="{FF2B5EF4-FFF2-40B4-BE49-F238E27FC236}">
                  <a16:creationId xmlns:a16="http://schemas.microsoft.com/office/drawing/2014/main" id="{444422FC-4C08-2E49-AD0C-394B62D1B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18848" y="5119777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" name="Line 232">
              <a:extLst>
                <a:ext uri="{FF2B5EF4-FFF2-40B4-BE49-F238E27FC236}">
                  <a16:creationId xmlns:a16="http://schemas.microsoft.com/office/drawing/2014/main" id="{D3DF9882-BA24-4148-9227-6803DB03F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8373" y="5257889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" name="Line 233">
              <a:extLst>
                <a:ext uri="{FF2B5EF4-FFF2-40B4-BE49-F238E27FC236}">
                  <a16:creationId xmlns:a16="http://schemas.microsoft.com/office/drawing/2014/main" id="{238E9799-3D8B-F54E-BFBB-FE1237FAD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8373" y="5396002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2" name="Freeform 917">
            <a:extLst>
              <a:ext uri="{FF2B5EF4-FFF2-40B4-BE49-F238E27FC236}">
                <a16:creationId xmlns:a16="http://schemas.microsoft.com/office/drawing/2014/main" id="{831FA212-BCFB-1F40-96A0-1C871E9EF3AB}"/>
              </a:ext>
            </a:extLst>
          </p:cNvPr>
          <p:cNvSpPr>
            <a:spLocks/>
          </p:cNvSpPr>
          <p:nvPr/>
        </p:nvSpPr>
        <p:spPr bwMode="auto">
          <a:xfrm>
            <a:off x="10104523" y="4775289"/>
            <a:ext cx="304800" cy="94297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84" name="Group 950">
            <a:extLst>
              <a:ext uri="{FF2B5EF4-FFF2-40B4-BE49-F238E27FC236}">
                <a16:creationId xmlns:a16="http://schemas.microsoft.com/office/drawing/2014/main" id="{7CEBBAF6-579E-3943-B1EB-BB883618D6D9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85" name="Freeform 951">
              <a:extLst>
                <a:ext uri="{FF2B5EF4-FFF2-40B4-BE49-F238E27FC236}">
                  <a16:creationId xmlns:a16="http://schemas.microsoft.com/office/drawing/2014/main" id="{984581C6-7CED-A042-809F-11066F04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6" name="Rectangle 952">
              <a:extLst>
                <a:ext uri="{FF2B5EF4-FFF2-40B4-BE49-F238E27FC236}">
                  <a16:creationId xmlns:a16="http://schemas.microsoft.com/office/drawing/2014/main" id="{0E0A78D4-7C3B-2143-AE69-FA504AD7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7" name="Freeform 953">
              <a:extLst>
                <a:ext uri="{FF2B5EF4-FFF2-40B4-BE49-F238E27FC236}">
                  <a16:creationId xmlns:a16="http://schemas.microsoft.com/office/drawing/2014/main" id="{B0C7F238-A8B7-7443-8BA5-8939FF6B5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Freeform 954">
              <a:extLst>
                <a:ext uri="{FF2B5EF4-FFF2-40B4-BE49-F238E27FC236}">
                  <a16:creationId xmlns:a16="http://schemas.microsoft.com/office/drawing/2014/main" id="{6F90FD17-11E4-EE4F-AF2F-7122C053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9" name="Rectangle 955">
              <a:extLst>
                <a:ext uri="{FF2B5EF4-FFF2-40B4-BE49-F238E27FC236}">
                  <a16:creationId xmlns:a16="http://schemas.microsoft.com/office/drawing/2014/main" id="{53A75298-B138-094F-9787-1B231F48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0" name="Group 956">
              <a:extLst>
                <a:ext uri="{FF2B5EF4-FFF2-40B4-BE49-F238E27FC236}">
                  <a16:creationId xmlns:a16="http://schemas.microsoft.com/office/drawing/2014/main" id="{AD456B50-CD82-6F4C-9CF1-09ABBC571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5" name="AutoShape 957">
                <a:extLst>
                  <a:ext uri="{FF2B5EF4-FFF2-40B4-BE49-F238E27FC236}">
                    <a16:creationId xmlns:a16="http://schemas.microsoft.com/office/drawing/2014/main" id="{4C074F81-A723-5F4E-9479-CE1CDCFBC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6" name="AutoShape 958">
                <a:extLst>
                  <a:ext uri="{FF2B5EF4-FFF2-40B4-BE49-F238E27FC236}">
                    <a16:creationId xmlns:a16="http://schemas.microsoft.com/office/drawing/2014/main" id="{4DE71513-1E1D-B644-992C-AE6AB0DB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1" name="Rectangle 959">
              <a:extLst>
                <a:ext uri="{FF2B5EF4-FFF2-40B4-BE49-F238E27FC236}">
                  <a16:creationId xmlns:a16="http://schemas.microsoft.com/office/drawing/2014/main" id="{05D448DB-B3CB-C64D-8C4B-72D790DFF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2" name="Group 960">
              <a:extLst>
                <a:ext uri="{FF2B5EF4-FFF2-40B4-BE49-F238E27FC236}">
                  <a16:creationId xmlns:a16="http://schemas.microsoft.com/office/drawing/2014/main" id="{9CDEBDA5-A066-D749-B9E9-47DB05253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3" name="AutoShape 961">
                <a:extLst>
                  <a:ext uri="{FF2B5EF4-FFF2-40B4-BE49-F238E27FC236}">
                    <a16:creationId xmlns:a16="http://schemas.microsoft.com/office/drawing/2014/main" id="{8E73CA32-EF58-EA45-A4FE-37E560EB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4" name="AutoShape 962">
                <a:extLst>
                  <a:ext uri="{FF2B5EF4-FFF2-40B4-BE49-F238E27FC236}">
                    <a16:creationId xmlns:a16="http://schemas.microsoft.com/office/drawing/2014/main" id="{2E2C05F9-1F42-CF46-83F8-339E874C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3" name="Rectangle 963">
              <a:extLst>
                <a:ext uri="{FF2B5EF4-FFF2-40B4-BE49-F238E27FC236}">
                  <a16:creationId xmlns:a16="http://schemas.microsoft.com/office/drawing/2014/main" id="{D2B5715C-9E55-D04D-BD32-A700B9DCC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4" name="Rectangle 964">
              <a:extLst>
                <a:ext uri="{FF2B5EF4-FFF2-40B4-BE49-F238E27FC236}">
                  <a16:creationId xmlns:a16="http://schemas.microsoft.com/office/drawing/2014/main" id="{3A8FF8A7-C248-1B42-80FA-051974D9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5" name="Group 965">
              <a:extLst>
                <a:ext uri="{FF2B5EF4-FFF2-40B4-BE49-F238E27FC236}">
                  <a16:creationId xmlns:a16="http://schemas.microsoft.com/office/drawing/2014/main" id="{8E71E5B0-A3F5-D344-B255-99112EB19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1" name="AutoShape 966">
                <a:extLst>
                  <a:ext uri="{FF2B5EF4-FFF2-40B4-BE49-F238E27FC236}">
                    <a16:creationId xmlns:a16="http://schemas.microsoft.com/office/drawing/2014/main" id="{A2F22898-EA39-FB4D-B255-ABCB1B7C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2" name="AutoShape 967">
                <a:extLst>
                  <a:ext uri="{FF2B5EF4-FFF2-40B4-BE49-F238E27FC236}">
                    <a16:creationId xmlns:a16="http://schemas.microsoft.com/office/drawing/2014/main" id="{FBF034BA-270B-6F40-B57B-8A19ABF28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6" name="Freeform 968">
              <a:extLst>
                <a:ext uri="{FF2B5EF4-FFF2-40B4-BE49-F238E27FC236}">
                  <a16:creationId xmlns:a16="http://schemas.microsoft.com/office/drawing/2014/main" id="{C6616798-D999-124B-8365-0FF6B1AC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7" name="Group 969">
              <a:extLst>
                <a:ext uri="{FF2B5EF4-FFF2-40B4-BE49-F238E27FC236}">
                  <a16:creationId xmlns:a16="http://schemas.microsoft.com/office/drawing/2014/main" id="{0D2B7299-399C-9748-80B1-8B82EA570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9" name="AutoShape 970">
                <a:extLst>
                  <a:ext uri="{FF2B5EF4-FFF2-40B4-BE49-F238E27FC236}">
                    <a16:creationId xmlns:a16="http://schemas.microsoft.com/office/drawing/2014/main" id="{791F8FFE-36CE-5D47-899C-7B6F5471D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0" name="AutoShape 971">
                <a:extLst>
                  <a:ext uri="{FF2B5EF4-FFF2-40B4-BE49-F238E27FC236}">
                    <a16:creationId xmlns:a16="http://schemas.microsoft.com/office/drawing/2014/main" id="{96614370-C84C-644E-AF93-94853FD4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8" name="Rectangle 972">
              <a:extLst>
                <a:ext uri="{FF2B5EF4-FFF2-40B4-BE49-F238E27FC236}">
                  <a16:creationId xmlns:a16="http://schemas.microsoft.com/office/drawing/2014/main" id="{3024E21F-4580-974D-A923-DBF7106E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9" name="Freeform 973">
              <a:extLst>
                <a:ext uri="{FF2B5EF4-FFF2-40B4-BE49-F238E27FC236}">
                  <a16:creationId xmlns:a16="http://schemas.microsoft.com/office/drawing/2014/main" id="{355CC750-A436-114A-B13D-15B18BE0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0" name="Freeform 974">
              <a:extLst>
                <a:ext uri="{FF2B5EF4-FFF2-40B4-BE49-F238E27FC236}">
                  <a16:creationId xmlns:a16="http://schemas.microsoft.com/office/drawing/2014/main" id="{D88AEB08-419C-994D-B9AF-2D260494D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1" name="Oval 975">
              <a:extLst>
                <a:ext uri="{FF2B5EF4-FFF2-40B4-BE49-F238E27FC236}">
                  <a16:creationId xmlns:a16="http://schemas.microsoft.com/office/drawing/2014/main" id="{A70DC3D0-7F41-FB4E-BF25-4A8051E0D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2" name="Freeform 976">
              <a:extLst>
                <a:ext uri="{FF2B5EF4-FFF2-40B4-BE49-F238E27FC236}">
                  <a16:creationId xmlns:a16="http://schemas.microsoft.com/office/drawing/2014/main" id="{00011472-61BE-7D4E-BF36-C4C4F0A5D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AutoShape 977">
              <a:extLst>
                <a:ext uri="{FF2B5EF4-FFF2-40B4-BE49-F238E27FC236}">
                  <a16:creationId xmlns:a16="http://schemas.microsoft.com/office/drawing/2014/main" id="{369D2889-1BFC-A340-B67F-54F258D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4" name="AutoShape 978">
              <a:extLst>
                <a:ext uri="{FF2B5EF4-FFF2-40B4-BE49-F238E27FC236}">
                  <a16:creationId xmlns:a16="http://schemas.microsoft.com/office/drawing/2014/main" id="{CEFA09E5-3186-4445-AD94-60C0E151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5" name="Oval 979">
              <a:extLst>
                <a:ext uri="{FF2B5EF4-FFF2-40B4-BE49-F238E27FC236}">
                  <a16:creationId xmlns:a16="http://schemas.microsoft.com/office/drawing/2014/main" id="{9AFADA62-C3CB-594F-8048-887106427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6" name="Oval 980">
              <a:extLst>
                <a:ext uri="{FF2B5EF4-FFF2-40B4-BE49-F238E27FC236}">
                  <a16:creationId xmlns:a16="http://schemas.microsoft.com/office/drawing/2014/main" id="{C82FFABC-4C4C-6243-9D2D-3C99FBC5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7" name="Oval 981">
              <a:extLst>
                <a:ext uri="{FF2B5EF4-FFF2-40B4-BE49-F238E27FC236}">
                  <a16:creationId xmlns:a16="http://schemas.microsoft.com/office/drawing/2014/main" id="{C0EFDD4D-FB5A-6D4E-97DD-CFA89D4A9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8" name="Rectangle 982">
              <a:extLst>
                <a:ext uri="{FF2B5EF4-FFF2-40B4-BE49-F238E27FC236}">
                  <a16:creationId xmlns:a16="http://schemas.microsoft.com/office/drawing/2014/main" id="{99A1B872-581F-BE49-AADF-3A6775C1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7610FF-4F61-2C4A-A861-FC0ED9C69928}"/>
              </a:ext>
            </a:extLst>
          </p:cNvPr>
          <p:cNvGrpSpPr/>
          <p:nvPr/>
        </p:nvGrpSpPr>
        <p:grpSpPr>
          <a:xfrm>
            <a:off x="8252702" y="1137866"/>
            <a:ext cx="814388" cy="854075"/>
            <a:chOff x="9791027" y="656358"/>
            <a:chExt cx="814388" cy="854075"/>
          </a:xfrm>
        </p:grpSpPr>
        <p:sp>
          <p:nvSpPr>
            <p:cNvPr id="519" name="Rectangle 227">
              <a:extLst>
                <a:ext uri="{FF2B5EF4-FFF2-40B4-BE49-F238E27FC236}">
                  <a16:creationId xmlns:a16="http://schemas.microsoft.com/office/drawing/2014/main" id="{B61510CE-247E-1E43-BA4A-EC188AFE0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8064" y="666450"/>
              <a:ext cx="676276" cy="776288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0" name="Rectangle 228">
              <a:extLst>
                <a:ext uri="{FF2B5EF4-FFF2-40B4-BE49-F238E27FC236}">
                  <a16:creationId xmlns:a16="http://schemas.microsoft.com/office/drawing/2014/main" id="{4174338D-3A0E-9747-819D-0C19F4DF4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4726" y="690263"/>
              <a:ext cx="690563" cy="800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1" name="Rectangle 229">
              <a:extLst>
                <a:ext uri="{FF2B5EF4-FFF2-40B4-BE49-F238E27FC236}">
                  <a16:creationId xmlns:a16="http://schemas.microsoft.com/office/drawing/2014/main" id="{621AE13C-4ABC-334F-8206-4D5E0846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869" y="844112"/>
              <a:ext cx="676276" cy="18666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Text Box 230">
              <a:extLst>
                <a:ext uri="{FF2B5EF4-FFF2-40B4-BE49-F238E27FC236}">
                  <a16:creationId xmlns:a16="http://schemas.microsoft.com/office/drawing/2014/main" id="{CA38D367-F86F-AB43-B21E-1EEE691D3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1027" y="656358"/>
              <a:ext cx="814388" cy="854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3" name="Line 231">
              <a:extLst>
                <a:ext uri="{FF2B5EF4-FFF2-40B4-BE49-F238E27FC236}">
                  <a16:creationId xmlns:a16="http://schemas.microsoft.com/office/drawing/2014/main" id="{A3474A7D-75ED-1D4F-BB1C-5BA4ECFE6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4726" y="1033163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4" name="Line 232">
              <a:extLst>
                <a:ext uri="{FF2B5EF4-FFF2-40B4-BE49-F238E27FC236}">
                  <a16:creationId xmlns:a16="http://schemas.microsoft.com/office/drawing/2014/main" id="{79D6BFCD-0081-1543-8A02-CDC78B944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4251" y="1171275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5" name="Line 233">
              <a:extLst>
                <a:ext uri="{FF2B5EF4-FFF2-40B4-BE49-F238E27FC236}">
                  <a16:creationId xmlns:a16="http://schemas.microsoft.com/office/drawing/2014/main" id="{539E5FFB-197B-6F44-A1D2-C9A93359A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4251" y="1309388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58" name="Up-Down Arrow 557">
            <a:extLst>
              <a:ext uri="{FF2B5EF4-FFF2-40B4-BE49-F238E27FC236}">
                <a16:creationId xmlns:a16="http://schemas.microsoft.com/office/drawing/2014/main" id="{1F1264FF-C88C-CF4E-85AF-1CB82BE0554E}"/>
              </a:ext>
            </a:extLst>
          </p:cNvPr>
          <p:cNvSpPr/>
          <p:nvPr/>
        </p:nvSpPr>
        <p:spPr>
          <a:xfrm rot="19889198">
            <a:off x="9544123" y="1270072"/>
            <a:ext cx="626354" cy="3838406"/>
          </a:xfrm>
          <a:prstGeom prst="up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BDB4ECF5-2BA8-034C-9E12-98E6A9A3E77D}"/>
              </a:ext>
            </a:extLst>
          </p:cNvPr>
          <p:cNvSpPr txBox="1"/>
          <p:nvPr/>
        </p:nvSpPr>
        <p:spPr>
          <a:xfrm rot="3706861">
            <a:off x="8640694" y="3103268"/>
            <a:ext cx="2550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 end-end transport</a:t>
            </a:r>
          </a:p>
        </p:txBody>
      </p:sp>
      <p:sp>
        <p:nvSpPr>
          <p:cNvPr id="517" name="Rectangle 3">
            <a:extLst>
              <a:ext uri="{FF2B5EF4-FFF2-40B4-BE49-F238E27FC236}">
                <a16:creationId xmlns:a16="http://schemas.microsoft.com/office/drawing/2014/main" id="{6893AA1C-B5CC-D446-9A4F-4636B0A87E22}"/>
              </a:ext>
            </a:extLst>
          </p:cNvPr>
          <p:cNvSpPr txBox="1">
            <a:spLocks noChangeArrowheads="1"/>
          </p:cNvSpPr>
          <p:nvPr/>
        </p:nvSpPr>
        <p:spPr>
          <a:xfrm>
            <a:off x="736738" y="1365914"/>
            <a:ext cx="6288757" cy="5114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D0004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Transmission Control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reliable, in-order delivery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control 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flow control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 setup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D0004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User Datagram Protocol</a:t>
            </a:r>
          </a:p>
          <a:p>
            <a:pPr marL="747713" marR="0" lvl="1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unreliable, unordered delivery</a:t>
            </a:r>
          </a:p>
          <a:p>
            <a:pPr marL="747713" marR="0" lvl="1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no-frills extension of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best-effort” IP</a:t>
            </a: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services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available: 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delay guarantees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bandwidth guarantees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8" name="Slide Number Placeholder 2">
            <a:extLst>
              <a:ext uri="{FF2B5EF4-FFF2-40B4-BE49-F238E27FC236}">
                <a16:creationId xmlns:a16="http://schemas.microsoft.com/office/drawing/2014/main" id="{5EAB89B4-AD20-DC49-B545-2C57C5923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2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rgbClr val="010086"/>
              </a:buClr>
            </a:pPr>
            <a:r>
              <a:rPr lang="en-US" altLang="en-US" sz="3200" dirty="0"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0B21A-FE22-1F4F-81B8-C7DE0CD99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5161F6-05AD-DA7A-A559-D10EFD70FDBE}"/>
              </a:ext>
            </a:extLst>
          </p:cNvPr>
          <p:cNvGrpSpPr/>
          <p:nvPr/>
        </p:nvGrpSpPr>
        <p:grpSpPr>
          <a:xfrm>
            <a:off x="8001152" y="2081975"/>
            <a:ext cx="3313139" cy="2488926"/>
            <a:chOff x="1055076" y="3732975"/>
            <a:chExt cx="3313139" cy="24889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11A4B9-810A-A93D-2223-2FFCABEEF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5076" y="3781578"/>
              <a:ext cx="3313139" cy="244032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40D962-61A0-6CBC-814F-CFE810CE1407}"/>
                </a:ext>
              </a:extLst>
            </p:cNvPr>
            <p:cNvSpPr/>
            <p:nvPr/>
          </p:nvSpPr>
          <p:spPr>
            <a:xfrm>
              <a:off x="1055076" y="3732975"/>
              <a:ext cx="3313139" cy="244549"/>
            </a:xfrm>
            <a:prstGeom prst="rect">
              <a:avLst/>
            </a:prstGeom>
            <a:solidFill>
              <a:srgbClr val="559BD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4817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Multiplexing/demultiplexing</a:t>
            </a:r>
          </a:p>
        </p:txBody>
      </p:sp>
      <p:sp>
        <p:nvSpPr>
          <p:cNvPr id="132" name="Freeform 157">
            <a:extLst>
              <a:ext uri="{FF2B5EF4-FFF2-40B4-BE49-F238E27FC236}">
                <a16:creationId xmlns:a16="http://schemas.microsoft.com/office/drawing/2014/main" id="{511A693F-4BF3-344C-BDC6-28BAA983976E}"/>
              </a:ext>
            </a:extLst>
          </p:cNvPr>
          <p:cNvSpPr>
            <a:spLocks/>
          </p:cNvSpPr>
          <p:nvPr/>
        </p:nvSpPr>
        <p:spPr bwMode="auto">
          <a:xfrm>
            <a:off x="5108431" y="3572744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" name="Text Box 37">
            <a:extLst>
              <a:ext uri="{FF2B5EF4-FFF2-40B4-BE49-F238E27FC236}">
                <a16:creationId xmlns:a16="http://schemas.microsoft.com/office/drawing/2014/main" id="{4EEECEF7-BD4D-FD41-9A84-F2FC20AA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768" y="4498257"/>
            <a:ext cx="895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sp>
        <p:nvSpPr>
          <p:cNvPr id="134" name="Text Box 38">
            <a:extLst>
              <a:ext uri="{FF2B5EF4-FFF2-40B4-BE49-F238E27FC236}">
                <a16:creationId xmlns:a16="http://schemas.microsoft.com/office/drawing/2014/main" id="{FC061EBE-026B-F943-BBD5-748F965B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368" y="4096619"/>
            <a:ext cx="755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socket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AFC3DE-B7EF-9945-9B42-A8FE2028B2CF}"/>
              </a:ext>
            </a:extLst>
          </p:cNvPr>
          <p:cNvGrpSpPr/>
          <p:nvPr/>
        </p:nvGrpSpPr>
        <p:grpSpPr>
          <a:xfrm>
            <a:off x="7016607" y="1655043"/>
            <a:ext cx="4836316" cy="1639889"/>
            <a:chOff x="7016607" y="1655043"/>
            <a:chExt cx="4836316" cy="16398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BAE722-1B29-F74D-B90E-AAE0C7FE9C2E}"/>
                </a:ext>
              </a:extLst>
            </p:cNvPr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5" name="Group 177">
              <a:extLst>
                <a:ext uri="{FF2B5EF4-FFF2-40B4-BE49-F238E27FC236}">
                  <a16:creationId xmlns:a16="http://schemas.microsoft.com/office/drawing/2014/main" id="{0626849A-4E21-EE42-AD9A-55F4D52F1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72972" y="1655043"/>
              <a:ext cx="4679951" cy="1639889"/>
              <a:chOff x="2899" y="903"/>
              <a:chExt cx="2948" cy="1033"/>
            </a:xfrm>
          </p:grpSpPr>
          <p:sp>
            <p:nvSpPr>
              <p:cNvPr id="136" name="Rectangle 41">
                <a:extLst>
                  <a:ext uri="{FF2B5EF4-FFF2-40B4-BE49-F238E27FC236}">
                    <a16:creationId xmlns:a16="http://schemas.microsoft.com/office/drawing/2014/main" id="{1C592E58-CF36-1C40-A0FA-08F6B8498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148"/>
                <a:ext cx="2892" cy="7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use header info to deliver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received segments to correct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socket</a:t>
                </a:r>
              </a:p>
            </p:txBody>
          </p:sp>
          <p:grpSp>
            <p:nvGrpSpPr>
              <p:cNvPr id="137" name="Group 42">
                <a:extLst>
                  <a:ext uri="{FF2B5EF4-FFF2-40B4-BE49-F238E27FC236}">
                    <a16:creationId xmlns:a16="http://schemas.microsoft.com/office/drawing/2014/main" id="{4D9CEE39-3F97-1346-9C27-5F6F930F2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9" y="903"/>
                <a:ext cx="2553" cy="348"/>
                <a:chOff x="905" y="3594"/>
                <a:chExt cx="2049" cy="348"/>
              </a:xfrm>
            </p:grpSpPr>
            <p:sp>
              <p:nvSpPr>
                <p:cNvPr id="138" name="Rectangle 43">
                  <a:extLst>
                    <a:ext uri="{FF2B5EF4-FFF2-40B4-BE49-F238E27FC236}">
                      <a16:creationId xmlns:a16="http://schemas.microsoft.com/office/drawing/2014/main" id="{8DE7A6B0-1014-184E-9108-23C65807C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9" name="Text Box 44">
                  <a:extLst>
                    <a:ext uri="{FF2B5EF4-FFF2-40B4-BE49-F238E27FC236}">
                      <a16:creationId xmlns:a16="http://schemas.microsoft.com/office/drawing/2014/main" id="{88457A8D-2DB2-C848-9B52-93F5252D0E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5" y="3594"/>
                  <a:ext cx="2049" cy="33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demultiplexing as receiver:</a:t>
                  </a:r>
                </a:p>
              </p:txBody>
            </p:sp>
          </p:grpSp>
        </p:grpSp>
      </p:grpSp>
      <p:grpSp>
        <p:nvGrpSpPr>
          <p:cNvPr id="140" name="Group 57">
            <a:extLst>
              <a:ext uri="{FF2B5EF4-FFF2-40B4-BE49-F238E27FC236}">
                <a16:creationId xmlns:a16="http://schemas.microsoft.com/office/drawing/2014/main" id="{AE84E6CF-C8B6-044E-92D9-9754C3253112}"/>
              </a:ext>
            </a:extLst>
          </p:cNvPr>
          <p:cNvGrpSpPr>
            <a:grpSpLocks/>
          </p:cNvGrpSpPr>
          <p:nvPr/>
        </p:nvGrpSpPr>
        <p:grpSpPr bwMode="auto">
          <a:xfrm>
            <a:off x="9823306" y="4171232"/>
            <a:ext cx="533400" cy="206375"/>
            <a:chOff x="344" y="1846"/>
            <a:chExt cx="336" cy="130"/>
          </a:xfrm>
        </p:grpSpPr>
        <p:sp>
          <p:nvSpPr>
            <p:cNvPr id="141" name="Rectangle 35">
              <a:extLst>
                <a:ext uri="{FF2B5EF4-FFF2-40B4-BE49-F238E27FC236}">
                  <a16:creationId xmlns:a16="http://schemas.microsoft.com/office/drawing/2014/main" id="{7D4B092F-0804-EE4A-94E0-8271C5100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Rectangle 54">
              <a:extLst>
                <a:ext uri="{FF2B5EF4-FFF2-40B4-BE49-F238E27FC236}">
                  <a16:creationId xmlns:a16="http://schemas.microsoft.com/office/drawing/2014/main" id="{8FBA6612-C2CB-7A4A-BDE1-C5A9430DF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Rectangle 55">
              <a:extLst>
                <a:ext uri="{FF2B5EF4-FFF2-40B4-BE49-F238E27FC236}">
                  <a16:creationId xmlns:a16="http://schemas.microsoft.com/office/drawing/2014/main" id="{CB6C4329-1870-6D47-94B8-AB8D08DC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Rectangle 56">
              <a:extLst>
                <a:ext uri="{FF2B5EF4-FFF2-40B4-BE49-F238E27FC236}">
                  <a16:creationId xmlns:a16="http://schemas.microsoft.com/office/drawing/2014/main" id="{7506EAD6-B400-9A41-8C08-BA082985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45" name="Rectangle 23">
            <a:extLst>
              <a:ext uri="{FF2B5EF4-FFF2-40B4-BE49-F238E27FC236}">
                <a16:creationId xmlns:a16="http://schemas.microsoft.com/office/drawing/2014/main" id="{F1314FFD-BA11-A042-BA84-1061E372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118" y="3623544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Rectangle 24">
            <a:extLst>
              <a:ext uri="{FF2B5EF4-FFF2-40B4-BE49-F238E27FC236}">
                <a16:creationId xmlns:a16="http://schemas.microsoft.com/office/drawing/2014/main" id="{89D8A59C-E128-B74A-B94F-06FAC9DB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193" y="3677519"/>
            <a:ext cx="1473200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5">
            <a:extLst>
              <a:ext uri="{FF2B5EF4-FFF2-40B4-BE49-F238E27FC236}">
                <a16:creationId xmlns:a16="http://schemas.microsoft.com/office/drawing/2014/main" id="{B922FB1F-8B1A-1843-A740-29E910EB3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7543" y="4447457"/>
            <a:ext cx="146050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BE3B5056-5F96-5946-AEC3-17140DB1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981" y="442999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FF1A214D-FBCE-7342-8332-F3FA9C57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131" y="476495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975D136A-FEFB-9E40-BA33-B33E9122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806" y="36441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50D62C6A-4C80-854F-A4B8-723E99A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53348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2" name="Text Box 26">
            <a:extLst>
              <a:ext uri="{FF2B5EF4-FFF2-40B4-BE49-F238E27FC236}">
                <a16:creationId xmlns:a16="http://schemas.microsoft.com/office/drawing/2014/main" id="{A79D3A45-C33B-7046-9088-A02FAACCA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50491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3" name="Text Box 26">
            <a:extLst>
              <a:ext uri="{FF2B5EF4-FFF2-40B4-BE49-F238E27FC236}">
                <a16:creationId xmlns:a16="http://schemas.microsoft.com/office/drawing/2014/main" id="{F3520259-D4C5-3340-8000-3B8C746A7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47506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4" name="Oval 120">
            <a:extLst>
              <a:ext uri="{FF2B5EF4-FFF2-40B4-BE49-F238E27FC236}">
                <a16:creationId xmlns:a16="http://schemas.microsoft.com/office/drawing/2014/main" id="{A77294DB-DD97-F741-82FD-F8B94839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718" y="40188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P2</a:t>
            </a:r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E1326351-38D1-A440-A7B8-5079367D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5956" y="507610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891B0B5D-A14D-1A40-B291-CC1A04A09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2781" y="537455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7" name="Oval 128">
            <a:extLst>
              <a:ext uri="{FF2B5EF4-FFF2-40B4-BE49-F238E27FC236}">
                <a16:creationId xmlns:a16="http://schemas.microsoft.com/office/drawing/2014/main" id="{AAD00A20-9526-2F4E-9C87-C3B249C8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7868" y="40188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P1</a:t>
            </a:r>
          </a:p>
        </p:txBody>
      </p:sp>
      <p:grpSp>
        <p:nvGrpSpPr>
          <p:cNvPr id="158" name="Group 134">
            <a:extLst>
              <a:ext uri="{FF2B5EF4-FFF2-40B4-BE49-F238E27FC236}">
                <a16:creationId xmlns:a16="http://schemas.microsoft.com/office/drawing/2014/main" id="{015BC705-D8E3-EA41-A198-6A8DDB031BE2}"/>
              </a:ext>
            </a:extLst>
          </p:cNvPr>
          <p:cNvGrpSpPr>
            <a:grpSpLocks/>
          </p:cNvGrpSpPr>
          <p:nvPr/>
        </p:nvGrpSpPr>
        <p:grpSpPr bwMode="auto">
          <a:xfrm>
            <a:off x="6468918" y="4377607"/>
            <a:ext cx="412750" cy="158750"/>
            <a:chOff x="1383" y="2620"/>
            <a:chExt cx="260" cy="100"/>
          </a:xfrm>
        </p:grpSpPr>
        <p:sp>
          <p:nvSpPr>
            <p:cNvPr id="159" name="Rectangle 130">
              <a:extLst>
                <a:ext uri="{FF2B5EF4-FFF2-40B4-BE49-F238E27FC236}">
                  <a16:creationId xmlns:a16="http://schemas.microsoft.com/office/drawing/2014/main" id="{617E09BE-67A7-E846-8718-4C5F4E894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Rectangle 131">
              <a:extLst>
                <a:ext uri="{FF2B5EF4-FFF2-40B4-BE49-F238E27FC236}">
                  <a16:creationId xmlns:a16="http://schemas.microsoft.com/office/drawing/2014/main" id="{DAEC0345-B8B5-6942-9E07-837C51C11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Rectangle 132">
              <a:extLst>
                <a:ext uri="{FF2B5EF4-FFF2-40B4-BE49-F238E27FC236}">
                  <a16:creationId xmlns:a16="http://schemas.microsoft.com/office/drawing/2014/main" id="{CBC575E8-9188-C944-A373-1BE60CED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2" name="Rectangle 133">
              <a:extLst>
                <a:ext uri="{FF2B5EF4-FFF2-40B4-BE49-F238E27FC236}">
                  <a16:creationId xmlns:a16="http://schemas.microsoft.com/office/drawing/2014/main" id="{5CBAC889-4624-214B-8DD0-1C5D2121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63" name="Group 135">
            <a:extLst>
              <a:ext uri="{FF2B5EF4-FFF2-40B4-BE49-F238E27FC236}">
                <a16:creationId xmlns:a16="http://schemas.microsoft.com/office/drawing/2014/main" id="{E0C06B10-B8DE-5649-9DA7-1C38410338CA}"/>
              </a:ext>
            </a:extLst>
          </p:cNvPr>
          <p:cNvGrpSpPr>
            <a:grpSpLocks/>
          </p:cNvGrpSpPr>
          <p:nvPr/>
        </p:nvGrpSpPr>
        <p:grpSpPr bwMode="auto">
          <a:xfrm>
            <a:off x="5767243" y="4369669"/>
            <a:ext cx="412750" cy="158750"/>
            <a:chOff x="1383" y="2620"/>
            <a:chExt cx="260" cy="100"/>
          </a:xfrm>
        </p:grpSpPr>
        <p:sp>
          <p:nvSpPr>
            <p:cNvPr id="164" name="Rectangle 136">
              <a:extLst>
                <a:ext uri="{FF2B5EF4-FFF2-40B4-BE49-F238E27FC236}">
                  <a16:creationId xmlns:a16="http://schemas.microsoft.com/office/drawing/2014/main" id="{90DDD937-6604-0E4A-BC22-D308693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137">
              <a:extLst>
                <a:ext uri="{FF2B5EF4-FFF2-40B4-BE49-F238E27FC236}">
                  <a16:creationId xmlns:a16="http://schemas.microsoft.com/office/drawing/2014/main" id="{12ACDF7C-B3D8-9B4A-BD4A-D8CF4A028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6" name="Rectangle 138">
              <a:extLst>
                <a:ext uri="{FF2B5EF4-FFF2-40B4-BE49-F238E27FC236}">
                  <a16:creationId xmlns:a16="http://schemas.microsoft.com/office/drawing/2014/main" id="{BBABF61C-A52E-5440-86D9-57F0C453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Rectangle 139">
              <a:extLst>
                <a:ext uri="{FF2B5EF4-FFF2-40B4-BE49-F238E27FC236}">
                  <a16:creationId xmlns:a16="http://schemas.microsoft.com/office/drawing/2014/main" id="{32461327-4600-6E4F-AB44-FD06E8C3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0" name="Rectangle 23">
            <a:extLst>
              <a:ext uri="{FF2B5EF4-FFF2-40B4-BE49-F238E27FC236}">
                <a16:creationId xmlns:a16="http://schemas.microsoft.com/office/drawing/2014/main" id="{18A5F7E9-E597-8A49-8FBA-5EBCB613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306" y="399343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Rectangle 24">
            <a:extLst>
              <a:ext uri="{FF2B5EF4-FFF2-40B4-BE49-F238E27FC236}">
                <a16:creationId xmlns:a16="http://schemas.microsoft.com/office/drawing/2014/main" id="{5DFFE03C-FB1C-D742-84E9-52CBDDB9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0206" y="4047407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25">
            <a:extLst>
              <a:ext uri="{FF2B5EF4-FFF2-40B4-BE49-F238E27FC236}">
                <a16:creationId xmlns:a16="http://schemas.microsoft.com/office/drawing/2014/main" id="{5AD7BC14-F444-E745-8910-70D580A77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9731" y="480781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26">
            <a:extLst>
              <a:ext uri="{FF2B5EF4-FFF2-40B4-BE49-F238E27FC236}">
                <a16:creationId xmlns:a16="http://schemas.microsoft.com/office/drawing/2014/main" id="{1058B2AB-1EA8-1A46-9E03-D8FFDD9E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6868" y="479035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74" name="Line 27">
            <a:extLst>
              <a:ext uri="{FF2B5EF4-FFF2-40B4-BE49-F238E27FC236}">
                <a16:creationId xmlns:a16="http://schemas.microsoft.com/office/drawing/2014/main" id="{3A83CA24-DF84-F740-B870-F5C298378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7668" y="512849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28">
            <a:extLst>
              <a:ext uri="{FF2B5EF4-FFF2-40B4-BE49-F238E27FC236}">
                <a16:creationId xmlns:a16="http://schemas.microsoft.com/office/drawing/2014/main" id="{1D5846CF-9A4C-784A-A5A4-98F8F1486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381" y="543805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9">
            <a:extLst>
              <a:ext uri="{FF2B5EF4-FFF2-40B4-BE49-F238E27FC236}">
                <a16:creationId xmlns:a16="http://schemas.microsoft.com/office/drawing/2014/main" id="{987AF988-33D7-A644-9737-1635D99E9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381" y="572380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Text Box 26">
            <a:extLst>
              <a:ext uri="{FF2B5EF4-FFF2-40B4-BE49-F238E27FC236}">
                <a16:creationId xmlns:a16="http://schemas.microsoft.com/office/drawing/2014/main" id="{DC53D19A-63B2-7141-9008-9BC3F678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793" y="40378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668FFB30-2FA6-AE41-99EF-4D74E37F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343" y="569523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79" name="Text Box 26">
            <a:extLst>
              <a:ext uri="{FF2B5EF4-FFF2-40B4-BE49-F238E27FC236}">
                <a16:creationId xmlns:a16="http://schemas.microsoft.com/office/drawing/2014/main" id="{9646084A-4EA0-5345-8A3E-91D347535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393" y="54094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80" name="Text Box 26">
            <a:extLst>
              <a:ext uri="{FF2B5EF4-FFF2-40B4-BE49-F238E27FC236}">
                <a16:creationId xmlns:a16="http://schemas.microsoft.com/office/drawing/2014/main" id="{9FDE009F-BD4C-6B4C-A66D-690533C0F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6868" y="511420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81" name="Oval 101">
            <a:extLst>
              <a:ext uri="{FF2B5EF4-FFF2-40B4-BE49-F238E27FC236}">
                <a16:creationId xmlns:a16="http://schemas.microsoft.com/office/drawing/2014/main" id="{092F802C-72A1-EE41-9CEB-72883AD3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756" y="4379194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P4</a:t>
            </a:r>
          </a:p>
        </p:txBody>
      </p: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9166081" y="4025182"/>
            <a:ext cx="581025" cy="20383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2976418" y="4045819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Rectangle 23">
            <a:extLst>
              <a:ext uri="{FF2B5EF4-FFF2-40B4-BE49-F238E27FC236}">
                <a16:creationId xmlns:a16="http://schemas.microsoft.com/office/drawing/2014/main" id="{AC94A5E0-4794-4246-825A-61CE412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318" y="4001369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Rectangle 24">
            <a:extLst>
              <a:ext uri="{FF2B5EF4-FFF2-40B4-BE49-F238E27FC236}">
                <a16:creationId xmlns:a16="http://schemas.microsoft.com/office/drawing/2014/main" id="{6F8DDC46-C4B7-DF4E-8AF5-C602B6EA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218" y="4055344"/>
            <a:ext cx="1273175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Line 25">
            <a:extLst>
              <a:ext uri="{FF2B5EF4-FFF2-40B4-BE49-F238E27FC236}">
                <a16:creationId xmlns:a16="http://schemas.microsoft.com/office/drawing/2014/main" id="{DBA82451-A905-D646-87C3-445C7FB4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4743" y="481575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26">
            <a:extLst>
              <a:ext uri="{FF2B5EF4-FFF2-40B4-BE49-F238E27FC236}">
                <a16:creationId xmlns:a16="http://schemas.microsoft.com/office/drawing/2014/main" id="{20A57016-2D36-9945-9BC2-7F8B32341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881" y="479829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C4DE758D-2140-4D46-8462-D030054E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681" y="513643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Line 28">
            <a:extLst>
              <a:ext uri="{FF2B5EF4-FFF2-40B4-BE49-F238E27FC236}">
                <a16:creationId xmlns:a16="http://schemas.microsoft.com/office/drawing/2014/main" id="{54E984A7-4546-6E49-B9F8-528EAF4E1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8393" y="544599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Line 29">
            <a:extLst>
              <a:ext uri="{FF2B5EF4-FFF2-40B4-BE49-F238E27FC236}">
                <a16:creationId xmlns:a16="http://schemas.microsoft.com/office/drawing/2014/main" id="{85DE9E64-476F-6F4E-8BFA-3205F1E59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8393" y="573174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26">
            <a:extLst>
              <a:ext uri="{FF2B5EF4-FFF2-40B4-BE49-F238E27FC236}">
                <a16:creationId xmlns:a16="http://schemas.microsoft.com/office/drawing/2014/main" id="{A1B9282E-64F8-1442-8F95-7A9813CE8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806" y="40458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92" name="Text Box 26">
            <a:extLst>
              <a:ext uri="{FF2B5EF4-FFF2-40B4-BE49-F238E27FC236}">
                <a16:creationId xmlns:a16="http://schemas.microsoft.com/office/drawing/2014/main" id="{83782313-46E0-BE46-BEED-BDC4F6A0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356" y="57031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93" name="Text Box 26">
            <a:extLst>
              <a:ext uri="{FF2B5EF4-FFF2-40B4-BE49-F238E27FC236}">
                <a16:creationId xmlns:a16="http://schemas.microsoft.com/office/drawing/2014/main" id="{E3A71501-A89A-D249-84FB-20D98047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406" y="54174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94" name="Text Box 26">
            <a:extLst>
              <a:ext uri="{FF2B5EF4-FFF2-40B4-BE49-F238E27FC236}">
                <a16:creationId xmlns:a16="http://schemas.microsoft.com/office/drawing/2014/main" id="{6C7F0039-C145-9D4F-92E4-1AF9B0406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881" y="512214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95" name="Oval 23">
            <a:extLst>
              <a:ext uri="{FF2B5EF4-FFF2-40B4-BE49-F238E27FC236}">
                <a16:creationId xmlns:a16="http://schemas.microsoft.com/office/drawing/2014/main" id="{34D7692A-81D8-4D48-8FE7-F92A1F47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768" y="43871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P3</a:t>
            </a:r>
          </a:p>
        </p:txBody>
      </p:sp>
      <p:grpSp>
        <p:nvGrpSpPr>
          <p:cNvPr id="196" name="Group 149">
            <a:extLst>
              <a:ext uri="{FF2B5EF4-FFF2-40B4-BE49-F238E27FC236}">
                <a16:creationId xmlns:a16="http://schemas.microsoft.com/office/drawing/2014/main" id="{21881EDC-E749-4F46-8C1C-B44DD21BA9AD}"/>
              </a:ext>
            </a:extLst>
          </p:cNvPr>
          <p:cNvGrpSpPr>
            <a:grpSpLocks/>
          </p:cNvGrpSpPr>
          <p:nvPr/>
        </p:nvGrpSpPr>
        <p:grpSpPr bwMode="auto">
          <a:xfrm>
            <a:off x="3962256" y="4725269"/>
            <a:ext cx="412750" cy="158750"/>
            <a:chOff x="1287" y="2524"/>
            <a:chExt cx="260" cy="100"/>
          </a:xfrm>
        </p:grpSpPr>
        <p:sp>
          <p:nvSpPr>
            <p:cNvPr id="197" name="Rectangle 73">
              <a:extLst>
                <a:ext uri="{FF2B5EF4-FFF2-40B4-BE49-F238E27FC236}">
                  <a16:creationId xmlns:a16="http://schemas.microsoft.com/office/drawing/2014/main" id="{F3D0248D-63A0-3447-AD45-C92BA38B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8" name="Rectangle 74">
              <a:extLst>
                <a:ext uri="{FF2B5EF4-FFF2-40B4-BE49-F238E27FC236}">
                  <a16:creationId xmlns:a16="http://schemas.microsoft.com/office/drawing/2014/main" id="{A8C44BD4-B473-EA48-B1D2-4212120DE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Rectangle 75">
              <a:extLst>
                <a:ext uri="{FF2B5EF4-FFF2-40B4-BE49-F238E27FC236}">
                  <a16:creationId xmlns:a16="http://schemas.microsoft.com/office/drawing/2014/main" id="{08B6F9A7-9AD7-B040-B431-D7898B467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129">
              <a:extLst>
                <a:ext uri="{FF2B5EF4-FFF2-40B4-BE49-F238E27FC236}">
                  <a16:creationId xmlns:a16="http://schemas.microsoft.com/office/drawing/2014/main" id="{310C322C-F672-7946-BD16-DA4CE50EE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01" name="Group 150">
            <a:extLst>
              <a:ext uri="{FF2B5EF4-FFF2-40B4-BE49-F238E27FC236}">
                <a16:creationId xmlns:a16="http://schemas.microsoft.com/office/drawing/2014/main" id="{C5660C67-80CE-084B-8B8D-F5CCCDA73638}"/>
              </a:ext>
            </a:extLst>
          </p:cNvPr>
          <p:cNvGrpSpPr>
            <a:grpSpLocks/>
          </p:cNvGrpSpPr>
          <p:nvPr/>
        </p:nvGrpSpPr>
        <p:grpSpPr bwMode="auto">
          <a:xfrm>
            <a:off x="8302481" y="4723682"/>
            <a:ext cx="412750" cy="158750"/>
            <a:chOff x="1287" y="2524"/>
            <a:chExt cx="260" cy="100"/>
          </a:xfrm>
        </p:grpSpPr>
        <p:sp>
          <p:nvSpPr>
            <p:cNvPr id="202" name="Rectangle 151">
              <a:extLst>
                <a:ext uri="{FF2B5EF4-FFF2-40B4-BE49-F238E27FC236}">
                  <a16:creationId xmlns:a16="http://schemas.microsoft.com/office/drawing/2014/main" id="{E39443DC-01F4-7A42-BC3B-BD48B19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3" name="Rectangle 152">
              <a:extLst>
                <a:ext uri="{FF2B5EF4-FFF2-40B4-BE49-F238E27FC236}">
                  <a16:creationId xmlns:a16="http://schemas.microsoft.com/office/drawing/2014/main" id="{810BA023-C5B8-434B-9FF4-507BAFBB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4" name="Rectangle 153">
              <a:extLst>
                <a:ext uri="{FF2B5EF4-FFF2-40B4-BE49-F238E27FC236}">
                  <a16:creationId xmlns:a16="http://schemas.microsoft.com/office/drawing/2014/main" id="{48739CB2-AA1C-8B4E-8D0B-CFBBB2A4F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5" name="Rectangle 154">
              <a:extLst>
                <a:ext uri="{FF2B5EF4-FFF2-40B4-BE49-F238E27FC236}">
                  <a16:creationId xmlns:a16="http://schemas.microsoft.com/office/drawing/2014/main" id="{435BB581-5D52-C345-BA75-358EC9A43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06" name="Freeform 146">
            <a:extLst>
              <a:ext uri="{FF2B5EF4-FFF2-40B4-BE49-F238E27FC236}">
                <a16:creationId xmlns:a16="http://schemas.microsoft.com/office/drawing/2014/main" id="{8EB20ED3-9276-204C-BA00-A485E0531DD2}"/>
              </a:ext>
            </a:extLst>
          </p:cNvPr>
          <p:cNvSpPr>
            <a:spLocks/>
          </p:cNvSpPr>
          <p:nvPr/>
        </p:nvSpPr>
        <p:spPr bwMode="auto">
          <a:xfrm>
            <a:off x="6349856" y="4425232"/>
            <a:ext cx="2173287" cy="1989137"/>
          </a:xfrm>
          <a:custGeom>
            <a:avLst/>
            <a:gdLst>
              <a:gd name="T0" fmla="*/ 2147483647 w 1369"/>
              <a:gd name="T1" fmla="*/ 2147483647 h 1253"/>
              <a:gd name="T2" fmla="*/ 2147483647 w 1369"/>
              <a:gd name="T3" fmla="*/ 2147483647 h 1253"/>
              <a:gd name="T4" fmla="*/ 2147483647 w 1369"/>
              <a:gd name="T5" fmla="*/ 2147483647 h 1253"/>
              <a:gd name="T6" fmla="*/ 0 w 1369"/>
              <a:gd name="T7" fmla="*/ 2147483647 h 1253"/>
              <a:gd name="T8" fmla="*/ 2147483647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7" name="Freeform 147">
            <a:extLst>
              <a:ext uri="{FF2B5EF4-FFF2-40B4-BE49-F238E27FC236}">
                <a16:creationId xmlns:a16="http://schemas.microsoft.com/office/drawing/2014/main" id="{911482D4-C931-F64A-A760-F208DA9E7FB6}"/>
              </a:ext>
            </a:extLst>
          </p:cNvPr>
          <p:cNvSpPr>
            <a:spLocks/>
          </p:cNvSpPr>
          <p:nvPr/>
        </p:nvSpPr>
        <p:spPr bwMode="auto">
          <a:xfrm>
            <a:off x="6468918" y="4456982"/>
            <a:ext cx="1984375" cy="1876425"/>
          </a:xfrm>
          <a:custGeom>
            <a:avLst/>
            <a:gdLst>
              <a:gd name="T0" fmla="*/ 2147483647 w 1250"/>
              <a:gd name="T1" fmla="*/ 2147483647 h 1182"/>
              <a:gd name="T2" fmla="*/ 2147483647 w 1250"/>
              <a:gd name="T3" fmla="*/ 2147483647 h 1182"/>
              <a:gd name="T4" fmla="*/ 2147483647 w 1250"/>
              <a:gd name="T5" fmla="*/ 2147483647 h 1182"/>
              <a:gd name="T6" fmla="*/ 0 w 1250"/>
              <a:gd name="T7" fmla="*/ 2147483647 h 1182"/>
              <a:gd name="T8" fmla="*/ 2147483647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" name="Oval 36">
            <a:extLst>
              <a:ext uri="{FF2B5EF4-FFF2-40B4-BE49-F238E27FC236}">
                <a16:creationId xmlns:a16="http://schemas.microsoft.com/office/drawing/2014/main" id="{6C459D77-5631-504A-9CB0-A48BD9C6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9018" y="453635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060931" y="4663331"/>
            <a:ext cx="555332" cy="71510"/>
            <a:chOff x="1420065" y="5012608"/>
            <a:chExt cx="555332" cy="71510"/>
          </a:xfrm>
        </p:grpSpPr>
        <p:sp>
          <p:nvSpPr>
            <p:cNvPr id="210" name="Oval 166">
              <a:extLst>
                <a:ext uri="{FF2B5EF4-FFF2-40B4-BE49-F238E27FC236}">
                  <a16:creationId xmlns:a16="http://schemas.microsoft.com/office/drawing/2014/main" id="{ADD1825C-C7DB-6844-A3DF-BCF2BA1F0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065" y="501260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Oval 167">
              <a:extLst>
                <a:ext uri="{FF2B5EF4-FFF2-40B4-BE49-F238E27FC236}">
                  <a16:creationId xmlns:a16="http://schemas.microsoft.com/office/drawing/2014/main" id="{0600B33C-3B3C-0646-85DB-B042B7A87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547" y="501426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2" name="Freeform 168">
            <a:extLst>
              <a:ext uri="{FF2B5EF4-FFF2-40B4-BE49-F238E27FC236}">
                <a16:creationId xmlns:a16="http://schemas.microsoft.com/office/drawing/2014/main" id="{202E5E96-F7A0-1448-90F0-6A79F4073978}"/>
              </a:ext>
            </a:extLst>
          </p:cNvPr>
          <p:cNvSpPr>
            <a:spLocks/>
          </p:cNvSpPr>
          <p:nvPr/>
        </p:nvSpPr>
        <p:spPr bwMode="auto">
          <a:xfrm>
            <a:off x="5311630" y="3275882"/>
            <a:ext cx="688975" cy="1435100"/>
          </a:xfrm>
          <a:custGeom>
            <a:avLst/>
            <a:gdLst>
              <a:gd name="T0" fmla="*/ 434 w 434"/>
              <a:gd name="T1" fmla="*/ 904 h 904"/>
              <a:gd name="T2" fmla="*/ 2 w 434"/>
              <a:gd name="T3" fmla="*/ 902 h 904"/>
              <a:gd name="T4" fmla="*/ 0 w 434"/>
              <a:gd name="T5" fmla="*/ 0 h 9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4" h="90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3" name="Group 172">
            <a:extLst>
              <a:ext uri="{FF2B5EF4-FFF2-40B4-BE49-F238E27FC236}">
                <a16:creationId xmlns:a16="http://schemas.microsoft.com/office/drawing/2014/main" id="{A2D29F5F-484F-7547-9B9A-8974E37BD10F}"/>
              </a:ext>
            </a:extLst>
          </p:cNvPr>
          <p:cNvGrpSpPr>
            <a:grpSpLocks/>
          </p:cNvGrpSpPr>
          <p:nvPr/>
        </p:nvGrpSpPr>
        <p:grpSpPr bwMode="auto">
          <a:xfrm>
            <a:off x="6211743" y="3239369"/>
            <a:ext cx="1047750" cy="1441450"/>
            <a:chOff x="2432" y="1758"/>
            <a:chExt cx="660" cy="908"/>
          </a:xfrm>
        </p:grpSpPr>
        <p:sp>
          <p:nvSpPr>
            <p:cNvPr id="214" name="Oval 170">
              <a:extLst>
                <a:ext uri="{FF2B5EF4-FFF2-40B4-BE49-F238E27FC236}">
                  <a16:creationId xmlns:a16="http://schemas.microsoft.com/office/drawing/2014/main" id="{E03C7F13-7247-C24D-85C2-723A1405F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5" name="Freeform 171">
              <a:extLst>
                <a:ext uri="{FF2B5EF4-FFF2-40B4-BE49-F238E27FC236}">
                  <a16:creationId xmlns:a16="http://schemas.microsoft.com/office/drawing/2014/main" id="{9BC6BA8A-16A3-F446-97F4-76774828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6" name="Group 179">
            <a:extLst>
              <a:ext uri="{FF2B5EF4-FFF2-40B4-BE49-F238E27FC236}">
                <a16:creationId xmlns:a16="http://schemas.microsoft.com/office/drawing/2014/main" id="{D0DD382B-DAC3-2346-B02D-B07D99212014}"/>
              </a:ext>
            </a:extLst>
          </p:cNvPr>
          <p:cNvGrpSpPr>
            <a:grpSpLocks/>
          </p:cNvGrpSpPr>
          <p:nvPr/>
        </p:nvGrpSpPr>
        <p:grpSpPr bwMode="auto">
          <a:xfrm>
            <a:off x="2511281" y="5555532"/>
            <a:ext cx="800100" cy="828675"/>
            <a:chOff x="-44" y="1473"/>
            <a:chExt cx="981" cy="1105"/>
          </a:xfrm>
        </p:grpSpPr>
        <p:pic>
          <p:nvPicPr>
            <p:cNvPr id="217" name="Picture 180" descr="desktop_computer_stylized_medium">
              <a:extLst>
                <a:ext uri="{FF2B5EF4-FFF2-40B4-BE49-F238E27FC236}">
                  <a16:creationId xmlns:a16="http://schemas.microsoft.com/office/drawing/2014/main" id="{DED124CB-DBF2-BA4A-A3F5-D0D2EE27E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" name="Freeform 181">
              <a:extLst>
                <a:ext uri="{FF2B5EF4-FFF2-40B4-BE49-F238E27FC236}">
                  <a16:creationId xmlns:a16="http://schemas.microsoft.com/office/drawing/2014/main" id="{45C70753-F80F-0E44-A5BE-EA6A010301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9" name="Group 182">
            <a:extLst>
              <a:ext uri="{FF2B5EF4-FFF2-40B4-BE49-F238E27FC236}">
                <a16:creationId xmlns:a16="http://schemas.microsoft.com/office/drawing/2014/main" id="{8C1F52F1-3DCD-D94D-B922-F8CEBAB5F0B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493106" y="5469807"/>
            <a:ext cx="788987" cy="782637"/>
            <a:chOff x="-44" y="1473"/>
            <a:chExt cx="981" cy="1105"/>
          </a:xfrm>
        </p:grpSpPr>
        <p:pic>
          <p:nvPicPr>
            <p:cNvPr id="220" name="Picture 183" descr="desktop_computer_stylized_medium">
              <a:extLst>
                <a:ext uri="{FF2B5EF4-FFF2-40B4-BE49-F238E27FC236}">
                  <a16:creationId xmlns:a16="http://schemas.microsoft.com/office/drawing/2014/main" id="{E6083DB7-3B07-6F40-9810-0033E2E06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Freeform 184">
              <a:extLst>
                <a:ext uri="{FF2B5EF4-FFF2-40B4-BE49-F238E27FC236}">
                  <a16:creationId xmlns:a16="http://schemas.microsoft.com/office/drawing/2014/main" id="{28CB0DC7-F192-5840-BCC3-B9D6621060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5083031" y="5055469"/>
            <a:ext cx="358775" cy="704850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5" name="Group 176">
            <a:extLst>
              <a:ext uri="{FF2B5EF4-FFF2-40B4-BE49-F238E27FC236}">
                <a16:creationId xmlns:a16="http://schemas.microsoft.com/office/drawing/2014/main" id="{A688A9DA-2CE4-9245-B0CF-12C3AB6DA03D}"/>
              </a:ext>
            </a:extLst>
          </p:cNvPr>
          <p:cNvGrpSpPr>
            <a:grpSpLocks/>
          </p:cNvGrpSpPr>
          <p:nvPr/>
        </p:nvGrpSpPr>
        <p:grpSpPr bwMode="auto">
          <a:xfrm>
            <a:off x="1183088" y="1563001"/>
            <a:ext cx="4826032" cy="1719654"/>
            <a:chOff x="5" y="727"/>
            <a:chExt cx="2460" cy="1047"/>
          </a:xfrm>
        </p:grpSpPr>
        <p:sp>
          <p:nvSpPr>
            <p:cNvPr id="256" name="Text Box 45">
              <a:extLst>
                <a:ext uri="{FF2B5EF4-FFF2-40B4-BE49-F238E27FC236}">
                  <a16:creationId xmlns:a16="http://schemas.microsoft.com/office/drawing/2014/main" id="{08227C49-D6DA-834A-88D1-4F61E7C3A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1101"/>
              <a:ext cx="2332" cy="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handle data from multiple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sockets, add transport header (later used for demultiplexing)</a:t>
              </a:r>
            </a:p>
          </p:txBody>
        </p:sp>
        <p:sp>
          <p:nvSpPr>
            <p:cNvPr id="257" name="Rectangle 46">
              <a:extLst>
                <a:ext uri="{FF2B5EF4-FFF2-40B4-BE49-F238E27FC236}">
                  <a16:creationId xmlns:a16="http://schemas.microsoft.com/office/drawing/2014/main" id="{3B2C1C25-63A3-9D42-A34A-56DE5B3AC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" y="901"/>
              <a:ext cx="2298" cy="87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8" name="Group 47">
              <a:extLst>
                <a:ext uri="{FF2B5EF4-FFF2-40B4-BE49-F238E27FC236}">
                  <a16:creationId xmlns:a16="http://schemas.microsoft.com/office/drawing/2014/main" id="{9141C6D7-5B52-C14E-B286-0BE1FAEAC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259" name="Rectangle 48">
                <a:extLst>
                  <a:ext uri="{FF2B5EF4-FFF2-40B4-BE49-F238E27FC236}">
                    <a16:creationId xmlns:a16="http://schemas.microsoft.com/office/drawing/2014/main" id="{9B8AF1CA-3C6F-F243-9464-0DF4CA71C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Text Box 49">
                <a:extLst>
                  <a:ext uri="{FF2B5EF4-FFF2-40B4-BE49-F238E27FC236}">
                    <a16:creationId xmlns:a16="http://schemas.microsoft.com/office/drawing/2014/main" id="{70A5AF43-DDA0-2A40-9B92-B39F358268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" y="3567"/>
                <a:ext cx="1780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multiplexing as sender:</a:t>
                </a:r>
              </a:p>
            </p:txBody>
          </p:sp>
        </p:grpSp>
      </p:grpSp>
      <p:sp>
        <p:nvSpPr>
          <p:cNvPr id="169" name="Freeform 142">
            <a:extLst>
              <a:ext uri="{FF2B5EF4-FFF2-40B4-BE49-F238E27FC236}">
                <a16:creationId xmlns:a16="http://schemas.microsoft.com/office/drawing/2014/main" id="{9633E13F-8D02-CA4B-A3EB-E64D4EB42802}"/>
              </a:ext>
            </a:extLst>
          </p:cNvPr>
          <p:cNvSpPr>
            <a:spLocks/>
          </p:cNvSpPr>
          <p:nvPr/>
        </p:nvSpPr>
        <p:spPr bwMode="auto">
          <a:xfrm>
            <a:off x="4198793" y="4458569"/>
            <a:ext cx="1962150" cy="1897063"/>
          </a:xfrm>
          <a:custGeom>
            <a:avLst/>
            <a:gdLst>
              <a:gd name="T0" fmla="*/ 0 w 1236"/>
              <a:gd name="T1" fmla="*/ 2147483647 h 1195"/>
              <a:gd name="T2" fmla="*/ 2147483647 w 1236"/>
              <a:gd name="T3" fmla="*/ 2147483647 h 1195"/>
              <a:gd name="T4" fmla="*/ 2147483647 w 1236"/>
              <a:gd name="T5" fmla="*/ 2147483647 h 1195"/>
              <a:gd name="T6" fmla="*/ 2147483647 w 1236"/>
              <a:gd name="T7" fmla="*/ 2147483647 h 1195"/>
              <a:gd name="T8" fmla="*/ 2147483647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Freeform 141">
            <a:extLst>
              <a:ext uri="{FF2B5EF4-FFF2-40B4-BE49-F238E27FC236}">
                <a16:creationId xmlns:a16="http://schemas.microsoft.com/office/drawing/2014/main" id="{68E70704-F4BA-164C-AD06-3859E25D67E2}"/>
              </a:ext>
            </a:extLst>
          </p:cNvPr>
          <p:cNvSpPr>
            <a:spLocks/>
          </p:cNvSpPr>
          <p:nvPr/>
        </p:nvSpPr>
        <p:spPr bwMode="auto">
          <a:xfrm>
            <a:off x="4135293" y="4433169"/>
            <a:ext cx="2160588" cy="1989138"/>
          </a:xfrm>
          <a:custGeom>
            <a:avLst/>
            <a:gdLst>
              <a:gd name="T0" fmla="*/ 0 w 1361"/>
              <a:gd name="T1" fmla="*/ 2147483647 h 1253"/>
              <a:gd name="T2" fmla="*/ 2147483647 w 1361"/>
              <a:gd name="T3" fmla="*/ 2147483647 h 1253"/>
              <a:gd name="T4" fmla="*/ 2147483647 w 1361"/>
              <a:gd name="T5" fmla="*/ 2147483647 h 1253"/>
              <a:gd name="T6" fmla="*/ 2147483647 w 1361"/>
              <a:gd name="T7" fmla="*/ 2147483647 h 1253"/>
              <a:gd name="T8" fmla="*/ 2147483647 w 1361"/>
              <a:gd name="T9" fmla="*/ 2147483647 h 1253"/>
              <a:gd name="T10" fmla="*/ 2147483647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450940" y="4321755"/>
            <a:ext cx="3748969" cy="114880"/>
            <a:chOff x="4450940" y="4321755"/>
            <a:chExt cx="3748969" cy="114880"/>
          </a:xfrm>
        </p:grpSpPr>
        <p:sp>
          <p:nvSpPr>
            <p:cNvPr id="6" name="Left-Right Arrow 5"/>
            <p:cNvSpPr/>
            <p:nvPr/>
          </p:nvSpPr>
          <p:spPr>
            <a:xfrm rot="20821812">
              <a:off x="4450940" y="4321755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1" name="Left-Right Arrow 260"/>
            <p:cNvSpPr/>
            <p:nvPr/>
          </p:nvSpPr>
          <p:spPr>
            <a:xfrm rot="778188" flipV="1">
              <a:off x="6983757" y="4337631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9" name="Slide Number Placeholder 2">
            <a:extLst>
              <a:ext uri="{FF2B5EF4-FFF2-40B4-BE49-F238E27FC236}">
                <a16:creationId xmlns:a16="http://schemas.microsoft.com/office/drawing/2014/main" id="{1BB112E7-9179-7C48-99F0-38E45F5BC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Layer: 3-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445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207" grpId="0" animBg="1"/>
      <p:bldP spid="212" grpId="0" animBg="1"/>
      <p:bldP spid="212" grpId="1" animBg="1"/>
      <p:bldP spid="169" grpId="0" animBg="1"/>
      <p:bldP spid="16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1F04B-A3B3-534D-A252-A4AC29C657DE}"/>
                </a:ext>
              </a:extLst>
            </p:cNvPr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server</a:t>
              </a:r>
            </a:p>
          </p:txBody>
        </p:sp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3204457" y="2995594"/>
            <a:ext cx="0" cy="2502331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480C6A1-B418-BAFF-0A9B-DF3373520BD3}"/>
              </a:ext>
            </a:extLst>
          </p:cNvPr>
          <p:cNvGrpSpPr/>
          <p:nvPr/>
        </p:nvGrpSpPr>
        <p:grpSpPr>
          <a:xfrm>
            <a:off x="5844802" y="2291678"/>
            <a:ext cx="1108206" cy="369332"/>
            <a:chOff x="5844802" y="2291678"/>
            <a:chExt cx="1108206" cy="369332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FFEBBBB-2623-A645-BE22-49AB28379D36}"/>
                </a:ext>
              </a:extLst>
            </p:cNvPr>
            <p:cNvSpPr/>
            <p:nvPr/>
          </p:nvSpPr>
          <p:spPr>
            <a:xfrm>
              <a:off x="5864224" y="2340021"/>
              <a:ext cx="1063879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E6AB7BA-7EC8-0044-B495-B5FBC9F37B18}"/>
                </a:ext>
              </a:extLst>
            </p:cNvPr>
            <p:cNvSpPr txBox="1"/>
            <p:nvPr/>
          </p:nvSpPr>
          <p:spPr>
            <a:xfrm>
              <a:off x="5844802" y="2291678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7011397" y="2484139"/>
            <a:ext cx="0" cy="3013786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Slide Number Placeholder 2">
            <a:extLst>
              <a:ext uri="{FF2B5EF4-FFF2-40B4-BE49-F238E27FC236}">
                <a16:creationId xmlns:a16="http://schemas.microsoft.com/office/drawing/2014/main" id="{065CB0E2-E88A-814E-8D57-5A55C91A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F1E19D-C79D-0399-56EA-1548EEA2BB22}"/>
              </a:ext>
            </a:extLst>
          </p:cNvPr>
          <p:cNvGrpSpPr/>
          <p:nvPr/>
        </p:nvGrpSpPr>
        <p:grpSpPr>
          <a:xfrm>
            <a:off x="5528837" y="2685375"/>
            <a:ext cx="1404036" cy="384588"/>
            <a:chOff x="8597346" y="692270"/>
            <a:chExt cx="1404036" cy="38458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5E4894-255A-88E4-2AC9-82A2C51C90CE}"/>
                </a:ext>
              </a:extLst>
            </p:cNvPr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C4C298-170E-3D5D-F527-651548E2EB19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15BD13-0EBF-E48C-A912-8A2018D96B53}"/>
                </a:ext>
              </a:extLst>
            </p:cNvPr>
            <p:cNvSpPr txBox="1"/>
            <p:nvPr/>
          </p:nvSpPr>
          <p:spPr>
            <a:xfrm>
              <a:off x="8597346" y="692270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8A7E22-A105-49C5-2F08-CFBB2A4F7EB3}"/>
              </a:ext>
            </a:extLst>
          </p:cNvPr>
          <p:cNvGrpSpPr/>
          <p:nvPr/>
        </p:nvGrpSpPr>
        <p:grpSpPr>
          <a:xfrm>
            <a:off x="5272320" y="3145339"/>
            <a:ext cx="1651423" cy="389371"/>
            <a:chOff x="8349959" y="687487"/>
            <a:chExt cx="1651423" cy="38937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FC8CA-9850-2897-FDF7-32850A59AD47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67C767-1F5A-6342-E5A6-3154E7B6B339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21B5BB-BA6A-F414-E84E-3101842ACD4B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750AC3-5B88-E099-CDDB-3E6C13E05DE3}"/>
                </a:ext>
              </a:extLst>
            </p:cNvPr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F77B7B-CAA6-5EE4-F51C-9FA3BA7AE0EA}"/>
              </a:ext>
            </a:extLst>
          </p:cNvPr>
          <p:cNvGrpSpPr/>
          <p:nvPr/>
        </p:nvGrpSpPr>
        <p:grpSpPr>
          <a:xfrm>
            <a:off x="4107096" y="5561831"/>
            <a:ext cx="1651423" cy="389371"/>
            <a:chOff x="8349959" y="687487"/>
            <a:chExt cx="1651423" cy="38937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62B2F3C-1A2C-22DE-11C6-35EF01FB4964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BA422A-055D-83BF-7614-2A6490E1E42A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47F086F-8EE5-B65B-F3AD-B90AC3BAA993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67B5E6-9B62-1E9F-8ECC-7C6440F2D722}"/>
                </a:ext>
              </a:extLst>
            </p:cNvPr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0FCAC8-2BD7-5831-502D-460A2985C4FB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86B99E-8B69-2971-9DBA-1E90AD4CFFA5}"/>
              </a:ext>
            </a:extLst>
          </p:cNvPr>
          <p:cNvCxnSpPr/>
          <p:nvPr/>
        </p:nvCxnSpPr>
        <p:spPr>
          <a:xfrm flipH="1">
            <a:off x="3701909" y="5774614"/>
            <a:ext cx="3002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F2BD8D8-9D10-8B19-1C62-4230F283322B}"/>
              </a:ext>
            </a:extLst>
          </p:cNvPr>
          <p:cNvGrpSpPr/>
          <p:nvPr/>
        </p:nvGrpSpPr>
        <p:grpSpPr>
          <a:xfrm>
            <a:off x="1825736" y="3693979"/>
            <a:ext cx="1651423" cy="389371"/>
            <a:chOff x="8349959" y="687487"/>
            <a:chExt cx="1651423" cy="38937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37143D8-5E22-4921-A36A-DE7F809ACE66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2C57A99-F5E8-A08D-D8C0-7C5182504E89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073EDC-3591-CB08-2DDA-368C690C6706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979AAC8-CBF1-2DA6-B365-73E019AA038B}"/>
                </a:ext>
              </a:extLst>
            </p:cNvPr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053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1298122"/>
            <a:ext cx="11908971" cy="4268807"/>
            <a:chOff x="2511281" y="3572744"/>
            <a:chExt cx="7770812" cy="2811463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3204457" y="2995594"/>
            <a:ext cx="0" cy="2502331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BCE33F-AF9C-9244-A84E-ABFE39D35FDD}"/>
              </a:ext>
            </a:extLst>
          </p:cNvPr>
          <p:cNvGrpSpPr/>
          <p:nvPr/>
        </p:nvGrpSpPr>
        <p:grpSpPr>
          <a:xfrm>
            <a:off x="5525255" y="2683797"/>
            <a:ext cx="1407618" cy="386166"/>
            <a:chOff x="8593764" y="690692"/>
            <a:chExt cx="1407618" cy="386166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181679B-461D-F54E-B35C-1F26F43C0389}"/>
                </a:ext>
              </a:extLst>
            </p:cNvPr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C8C24D3-DD36-2249-9CAB-AD499E2FCA24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5E8010F-AACF-1444-9E25-B05D5044AA5A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4FFEBBBB-2623-A645-BE22-49AB28379D36}"/>
              </a:ext>
            </a:extLst>
          </p:cNvPr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6AB7BA-7EC8-0044-B495-B5FBC9F37B18}"/>
              </a:ext>
            </a:extLst>
          </p:cNvPr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 msg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7011397" y="2484139"/>
            <a:ext cx="0" cy="3013786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44E6E3-ED5F-EA46-A3F3-2FC71EED50CF}"/>
              </a:ext>
            </a:extLst>
          </p:cNvPr>
          <p:cNvSpPr/>
          <p:nvPr/>
        </p:nvSpPr>
        <p:spPr>
          <a:xfrm>
            <a:off x="5864224" y="2291365"/>
            <a:ext cx="1063879" cy="3005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F974F9-F1CB-EB4F-9996-B0CAF21D948C}"/>
              </a:ext>
            </a:extLst>
          </p:cNvPr>
          <p:cNvSpPr/>
          <p:nvPr/>
        </p:nvSpPr>
        <p:spPr>
          <a:xfrm>
            <a:off x="5474955" y="2744519"/>
            <a:ext cx="1478052" cy="28426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Slide Number Placeholder 2">
            <a:extLst>
              <a:ext uri="{FF2B5EF4-FFF2-40B4-BE49-F238E27FC236}">
                <a16:creationId xmlns:a16="http://schemas.microsoft.com/office/drawing/2014/main" id="{763B7DCD-B52F-3E47-BEBE-99834B403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Layer: 3-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B048DEA-97AB-1F43-8741-12645B01C3F5}"/>
              </a:ext>
            </a:extLst>
          </p:cNvPr>
          <p:cNvSpPr/>
          <p:nvPr/>
        </p:nvSpPr>
        <p:spPr>
          <a:xfrm>
            <a:off x="1776642" y="3222226"/>
            <a:ext cx="1824687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739BD94-0F47-854B-9CF2-AB21F1755B7E}"/>
              </a:ext>
            </a:extLst>
          </p:cNvPr>
          <p:cNvGrpSpPr/>
          <p:nvPr/>
        </p:nvGrpSpPr>
        <p:grpSpPr>
          <a:xfrm>
            <a:off x="3073015" y="2669125"/>
            <a:ext cx="1108206" cy="369332"/>
            <a:chOff x="8893175" y="707526"/>
            <a:chExt cx="1108206" cy="369332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4E14681-F8C2-E943-9036-9B66F8026102}"/>
                </a:ext>
              </a:extLst>
            </p:cNvPr>
            <p:cNvSpPr/>
            <p:nvPr/>
          </p:nvSpPr>
          <p:spPr>
            <a:xfrm>
              <a:off x="8934834" y="756182"/>
              <a:ext cx="1066547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FE05029-2B07-9140-B651-352A9EE32350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</p:grpSp>
      <p:pic>
        <p:nvPicPr>
          <p:cNvPr id="111" name="Picture 8" descr="Image result for blue question mark icon">
            <a:extLst>
              <a:ext uri="{FF2B5EF4-FFF2-40B4-BE49-F238E27FC236}">
                <a16:creationId xmlns:a16="http://schemas.microsoft.com/office/drawing/2014/main" id="{7A8F5C24-D5BC-6046-A8A9-E43B225E4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55" y="104889"/>
            <a:ext cx="1624375" cy="16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17D77-5487-F243-B8B2-CF4CA1D7049C}"/>
              </a:ext>
            </a:extLst>
          </p:cNvPr>
          <p:cNvSpPr txBox="1"/>
          <p:nvPr/>
        </p:nvSpPr>
        <p:spPr>
          <a:xfrm>
            <a:off x="2209800" y="266700"/>
            <a:ext cx="9664700" cy="828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how did transport layer know to deliver message to Firefox browser process rather then Netflix process or Skype process?</a:t>
            </a:r>
          </a:p>
        </p:txBody>
      </p:sp>
    </p:spTree>
    <p:extLst>
      <p:ext uri="{BB962C8B-B14F-4D97-AF65-F5344CB8AC3E}">
        <p14:creationId xmlns:p14="http://schemas.microsoft.com/office/powerpoint/2010/main" val="76564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4216816" y="1873503"/>
            <a:ext cx="2790948" cy="3309399"/>
            <a:chOff x="5478735" y="1883160"/>
            <a:chExt cx="2790948" cy="3309399"/>
          </a:xfrm>
        </p:grpSpPr>
        <p:grpSp>
          <p:nvGrpSpPr>
            <p:cNvPr id="10" name="Group 9"/>
            <p:cNvGrpSpPr/>
            <p:nvPr/>
          </p:nvGrpSpPr>
          <p:grpSpPr>
            <a:xfrm>
              <a:off x="5901165" y="1883160"/>
              <a:ext cx="2008556" cy="2443958"/>
              <a:chOff x="5901165" y="1883160"/>
              <a:chExt cx="2008556" cy="2443958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6581083" y="2834918"/>
                <a:ext cx="648720" cy="64138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" name="Straight Arrow Connector 4"/>
              <p:cNvCxnSpPr/>
              <p:nvPr/>
            </p:nvCxnSpPr>
            <p:spPr>
              <a:xfrm flipV="1">
                <a:off x="6878224" y="3527614"/>
                <a:ext cx="0" cy="799504"/>
              </a:xfrm>
              <a:prstGeom prst="straightConnector1">
                <a:avLst/>
              </a:prstGeom>
              <a:ln w="412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TextBox 5"/>
              <p:cNvSpPr txBox="1"/>
              <p:nvPr/>
            </p:nvSpPr>
            <p:spPr>
              <a:xfrm>
                <a:off x="6690618" y="2768416"/>
                <a:ext cx="4223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?</a:t>
                </a:r>
              </a:p>
            </p:txBody>
          </p:sp>
          <p:cxnSp>
            <p:nvCxnSpPr>
              <p:cNvPr id="93" name="Straight Arrow Connector 92"/>
              <p:cNvCxnSpPr/>
              <p:nvPr/>
            </p:nvCxnSpPr>
            <p:spPr>
              <a:xfrm flipH="1" flipV="1">
                <a:off x="5901165" y="2086013"/>
                <a:ext cx="679918" cy="682403"/>
              </a:xfrm>
              <a:prstGeom prst="straightConnector1">
                <a:avLst/>
              </a:prstGeom>
              <a:ln w="412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/>
              <p:nvPr/>
            </p:nvCxnSpPr>
            <p:spPr>
              <a:xfrm flipV="1">
                <a:off x="7229803" y="2090667"/>
                <a:ext cx="679918" cy="682403"/>
              </a:xfrm>
              <a:prstGeom prst="straightConnector1">
                <a:avLst/>
              </a:prstGeom>
              <a:ln w="412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/>
              <p:nvPr/>
            </p:nvCxnSpPr>
            <p:spPr>
              <a:xfrm flipV="1">
                <a:off x="6874209" y="1883160"/>
                <a:ext cx="0" cy="799504"/>
              </a:xfrm>
              <a:prstGeom prst="straightConnector1">
                <a:avLst/>
              </a:prstGeom>
              <a:ln w="412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/>
            <p:cNvSpPr txBox="1"/>
            <p:nvPr/>
          </p:nvSpPr>
          <p:spPr>
            <a:xfrm>
              <a:off x="5478735" y="4607783"/>
              <a:ext cx="279094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de-multiplexing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918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616305" y="3517957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28699" y="2758759"/>
            <a:ext cx="422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?</a:t>
            </a:r>
          </a:p>
        </p:txBody>
      </p:sp>
      <p:cxnSp>
        <p:nvCxnSpPr>
          <p:cNvPr id="93" name="Straight Arrow Connector 92"/>
          <p:cNvCxnSpPr/>
          <p:nvPr/>
        </p:nvCxnSpPr>
        <p:spPr>
          <a:xfrm flipH="1" flipV="1">
            <a:off x="4639246" y="2076356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5967884" y="2081010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5612290" y="1873503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16816" y="4598126"/>
            <a:ext cx="279094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de-multiplexing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726482" y="1134776"/>
            <a:ext cx="4710462" cy="2780838"/>
            <a:chOff x="3726482" y="1134776"/>
            <a:chExt cx="4710462" cy="2780838"/>
          </a:xfrm>
        </p:grpSpPr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6466" y="1134776"/>
              <a:ext cx="593575" cy="550669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4338" y="1410111"/>
              <a:ext cx="593575" cy="59665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2637" y="1485789"/>
              <a:ext cx="1059694" cy="59056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/>
            <p:cNvCxnSpPr/>
            <p:nvPr/>
          </p:nvCxnSpPr>
          <p:spPr>
            <a:xfrm>
              <a:off x="3726482" y="3915614"/>
              <a:ext cx="392555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3726482" y="2464553"/>
              <a:ext cx="449961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6867133" y="2931106"/>
              <a:ext cx="1358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transport</a:t>
              </a:r>
              <a:endParaRPr lang="en-US" sz="3200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867133" y="2025176"/>
              <a:ext cx="1569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application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4425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86CF3-5283-F242-9D46-46CE5E5A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693" y="-160447"/>
            <a:ext cx="12509888" cy="7178894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5F1534-F52B-1947-9FF8-F3900CBE5770}"/>
              </a:ext>
            </a:extLst>
          </p:cNvPr>
          <p:cNvSpPr txBox="1"/>
          <p:nvPr/>
        </p:nvSpPr>
        <p:spPr>
          <a:xfrm>
            <a:off x="2859577" y="5354404"/>
            <a:ext cx="6467348" cy="1323439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none" rtlCol="0">
            <a:spAutoFit/>
          </a:bodyPr>
          <a:lstStyle/>
          <a:p>
            <a:r>
              <a:rPr lang="en-US" sz="8000" dirty="0">
                <a:effectLst>
                  <a:glow rad="863600">
                    <a:schemeClr val="accent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Demultiplexing</a:t>
            </a:r>
          </a:p>
        </p:txBody>
      </p:sp>
    </p:spTree>
    <p:extLst>
      <p:ext uri="{BB962C8B-B14F-4D97-AF65-F5344CB8AC3E}">
        <p14:creationId xmlns:p14="http://schemas.microsoft.com/office/powerpoint/2010/main" val="1896213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616305" y="3517957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 flipV="1">
            <a:off x="4639246" y="2076356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5967884" y="2081010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5612290" y="1873503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03571" y="4598126"/>
            <a:ext cx="22455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multiplexing</a:t>
            </a:r>
          </a:p>
        </p:txBody>
      </p:sp>
    </p:spTree>
    <p:extLst>
      <p:ext uri="{BB962C8B-B14F-4D97-AF65-F5344CB8AC3E}">
        <p14:creationId xmlns:p14="http://schemas.microsoft.com/office/powerpoint/2010/main" val="391700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616305" y="3517957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 flipV="1">
            <a:off x="4639246" y="2076356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5967884" y="2081010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5612290" y="1873503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03571" y="4598126"/>
            <a:ext cx="22455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multiplexing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726482" y="1134776"/>
            <a:ext cx="4710462" cy="2780838"/>
            <a:chOff x="3726482" y="1134776"/>
            <a:chExt cx="4710462" cy="2780838"/>
          </a:xfrm>
        </p:grpSpPr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6466" y="1134776"/>
              <a:ext cx="593575" cy="550669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4338" y="1410111"/>
              <a:ext cx="593575" cy="59665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2637" y="1485789"/>
              <a:ext cx="1059694" cy="59056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/>
            <p:cNvCxnSpPr/>
            <p:nvPr/>
          </p:nvCxnSpPr>
          <p:spPr>
            <a:xfrm>
              <a:off x="3726482" y="3915614"/>
              <a:ext cx="392555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3726482" y="2464553"/>
              <a:ext cx="449961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6867133" y="2931106"/>
              <a:ext cx="1358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transport</a:t>
              </a:r>
              <a:endParaRPr lang="en-US" sz="3200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867133" y="2025176"/>
              <a:ext cx="1569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application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6273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B9CCC5-D908-9C4E-A49D-1E21751E78A3}"/>
              </a:ext>
            </a:extLst>
          </p:cNvPr>
          <p:cNvSpPr/>
          <p:nvPr/>
        </p:nvSpPr>
        <p:spPr>
          <a:xfrm>
            <a:off x="-125260" y="0"/>
            <a:ext cx="12463397" cy="70145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ars merge">
            <a:extLst>
              <a:ext uri="{FF2B5EF4-FFF2-40B4-BE49-F238E27FC236}">
                <a16:creationId xmlns:a16="http://schemas.microsoft.com/office/drawing/2014/main" id="{93314E34-1FD8-0649-B734-DBACB89E2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092" y="376036"/>
            <a:ext cx="9399815" cy="626654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CC19CE-833B-5F4C-B0C9-7CBB36ED852F}"/>
              </a:ext>
            </a:extLst>
          </p:cNvPr>
          <p:cNvSpPr txBox="1"/>
          <p:nvPr/>
        </p:nvSpPr>
        <p:spPr>
          <a:xfrm>
            <a:off x="3404140" y="4843419"/>
            <a:ext cx="5383718" cy="1323439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none" rtlCol="0">
            <a:spAutoFit/>
          </a:bodyPr>
          <a:lstStyle/>
          <a:p>
            <a:r>
              <a:rPr lang="en-US" sz="8000" dirty="0">
                <a:effectLst>
                  <a:glow rad="863600">
                    <a:schemeClr val="accent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Multiplexing</a:t>
            </a:r>
          </a:p>
        </p:txBody>
      </p:sp>
    </p:spTree>
    <p:extLst>
      <p:ext uri="{BB962C8B-B14F-4D97-AF65-F5344CB8AC3E}">
        <p14:creationId xmlns:p14="http://schemas.microsoft.com/office/powerpoint/2010/main" val="40143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How demultiplexing </a:t>
            </a:r>
            <a:r>
              <a:rPr lang="en-US" dirty="0"/>
              <a:t>w</a:t>
            </a:r>
            <a:r>
              <a:rPr lang="en-US" sz="4400" dirty="0"/>
              <a:t>orks</a:t>
            </a:r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0F916DA5-15D2-0A42-8C9B-01DCE4B19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799" y="1565761"/>
            <a:ext cx="5703304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receives IP datagrams</a:t>
            </a:r>
          </a:p>
          <a:p>
            <a:pPr marL="687388" marR="0" lvl="1" indent="-2301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each datagram has source IP address, destination IP address</a:t>
            </a:r>
          </a:p>
          <a:p>
            <a:pPr marL="687388" marR="0" lvl="1" indent="-2301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each datagram carries one transport-layer segment</a:t>
            </a:r>
          </a:p>
          <a:p>
            <a:pPr marL="687388" marR="0" lvl="1" indent="-2301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each segment has source, destination port number </a:t>
            </a:r>
          </a:p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uses </a:t>
            </a: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IP addresses &amp; port numbers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to direct segment to appropriate socket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543216" y="1704452"/>
            <a:ext cx="3414712" cy="4121150"/>
            <a:chOff x="7543216" y="1704452"/>
            <a:chExt cx="3414712" cy="4121150"/>
          </a:xfrm>
        </p:grpSpPr>
        <p:sp>
          <p:nvSpPr>
            <p:cNvPr id="275" name="Rectangle 75">
              <a:extLst>
                <a:ext uri="{FF2B5EF4-FFF2-40B4-BE49-F238E27FC236}">
                  <a16:creationId xmlns:a16="http://schemas.microsoft.com/office/drawing/2014/main" id="{FCCA66F1-5923-DC45-83A7-1942BA80E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703" y="2048939"/>
              <a:ext cx="3324225" cy="3200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Rectangle 65">
              <a:extLst>
                <a:ext uri="{FF2B5EF4-FFF2-40B4-BE49-F238E27FC236}">
                  <a16:creationId xmlns:a16="http://schemas.microsoft.com/office/drawing/2014/main" id="{325B2818-1D14-0544-87D5-B34939698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7503" y="2144189"/>
              <a:ext cx="3324225" cy="3200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Text Box 63">
              <a:extLst>
                <a:ext uri="{FF2B5EF4-FFF2-40B4-BE49-F238E27FC236}">
                  <a16:creationId xmlns:a16="http://schemas.microsoft.com/office/drawing/2014/main" id="{0308811F-F83C-684C-9A70-7056E7030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191" y="2156889"/>
              <a:ext cx="15636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source port #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9" name="Text Box 64">
              <a:extLst>
                <a:ext uri="{FF2B5EF4-FFF2-40B4-BE49-F238E27FC236}">
                  <a16:creationId xmlns:a16="http://schemas.microsoft.com/office/drawing/2014/main" id="{DFDB1254-258A-D74F-9312-2F08048EE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3128" y="2156889"/>
              <a:ext cx="132873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dest port #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Line 66">
              <a:extLst>
                <a:ext uri="{FF2B5EF4-FFF2-40B4-BE49-F238E27FC236}">
                  <a16:creationId xmlns:a16="http://schemas.microsoft.com/office/drawing/2014/main" id="{7758F487-6FB2-F34B-84F0-976833827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7978" y="2544239"/>
              <a:ext cx="33289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1" name="Line 68">
              <a:extLst>
                <a:ext uri="{FF2B5EF4-FFF2-40B4-BE49-F238E27FC236}">
                  <a16:creationId xmlns:a16="http://schemas.microsoft.com/office/drawing/2014/main" id="{A9895192-7D02-2F4C-B006-EAE3FEF5F7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7503" y="3534839"/>
              <a:ext cx="33242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2" name="Line 69">
              <a:extLst>
                <a:ext uri="{FF2B5EF4-FFF2-40B4-BE49-F238E27FC236}">
                  <a16:creationId xmlns:a16="http://schemas.microsoft.com/office/drawing/2014/main" id="{7ABA37B1-9C1B-8F43-9F10-44126FAB2D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95803" y="2144189"/>
              <a:ext cx="0" cy="395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3" name="Text Box 70">
              <a:extLst>
                <a:ext uri="{FF2B5EF4-FFF2-40B4-BE49-F238E27FC236}">
                  <a16:creationId xmlns:a16="http://schemas.microsoft.com/office/drawing/2014/main" id="{B3C9350B-DCA6-5E4A-91AA-5C2AD14EC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0191" y="1704452"/>
              <a:ext cx="8636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32 bits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4" name="Line 71">
              <a:extLst>
                <a:ext uri="{FF2B5EF4-FFF2-40B4-BE49-F238E27FC236}">
                  <a16:creationId xmlns:a16="http://schemas.microsoft.com/office/drawing/2014/main" id="{D16D54C4-5717-9E46-AA93-1E6BB3430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53003" y="1910827"/>
              <a:ext cx="1200150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5" name="Line 72">
              <a:extLst>
                <a:ext uri="{FF2B5EF4-FFF2-40B4-BE49-F238E27FC236}">
                  <a16:creationId xmlns:a16="http://schemas.microsoft.com/office/drawing/2014/main" id="{332269D9-54A4-6446-BBAD-BD3F06A73E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543216" y="1920352"/>
              <a:ext cx="1128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6" name="Text Box 73">
              <a:extLst>
                <a:ext uri="{FF2B5EF4-FFF2-40B4-BE49-F238E27FC236}">
                  <a16:creationId xmlns:a16="http://schemas.microsoft.com/office/drawing/2014/main" id="{8F7D97AE-E89E-684A-9571-5959DA8E3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266" y="3865039"/>
              <a:ext cx="1389062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(payload)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7" name="Text Box 74">
              <a:extLst>
                <a:ext uri="{FF2B5EF4-FFF2-40B4-BE49-F238E27FC236}">
                  <a16:creationId xmlns:a16="http://schemas.microsoft.com/office/drawing/2014/main" id="{A5362E3E-8643-6A43-A4FE-BD56FF4F0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7091" y="2898252"/>
              <a:ext cx="229076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other header fields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8" name="Text Box 76">
              <a:extLst>
                <a:ext uri="{FF2B5EF4-FFF2-40B4-BE49-F238E27FC236}">
                  <a16:creationId xmlns:a16="http://schemas.microsoft.com/office/drawing/2014/main" id="{2FE71CF3-191A-C44F-839C-1CF4D7DFF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0228" y="5428727"/>
              <a:ext cx="30607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TCP/UDP segment format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" name="Oval 3"/>
          <p:cNvSpPr/>
          <p:nvPr/>
        </p:nvSpPr>
        <p:spPr>
          <a:xfrm>
            <a:off x="7299923" y="1976355"/>
            <a:ext cx="2083205" cy="689091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014727" y="1985006"/>
            <a:ext cx="2083205" cy="689091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CB301DF9-007E-7F42-9982-6FB05291D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4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1206442"/>
          </a:xfrm>
        </p:spPr>
        <p:txBody>
          <a:bodyPr>
            <a:normAutofit/>
          </a:bodyPr>
          <a:lstStyle/>
          <a:p>
            <a:r>
              <a:rPr lang="en-US" sz="5400" dirty="0"/>
              <a:t>Summary</a:t>
            </a:r>
            <a:endParaRPr lang="en-US" sz="6000" dirty="0"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610067"/>
            <a:ext cx="11100625" cy="524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Multiplexing, demultiplexing: based on segment, datagram header field values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demultiplexing using destination port number (only)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TCP: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demultiplexing using 4-tuple: source and destination IP addresses, and port numbers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Multiplexing/demultiplexing happen at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layers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1F71E3E-46C8-564B-892B-6C69AC246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0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</a:p>
          <a:p>
            <a:pPr marL="117475" indent="0">
              <a:spcBef>
                <a:spcPts val="800"/>
              </a:spcBef>
              <a:buClr>
                <a:schemeClr val="bg1">
                  <a:lumMod val="75000"/>
                </a:schemeClr>
              </a:buClr>
              <a:buNone/>
            </a:pP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5CF63D-A871-3249-B853-1FF5A26EE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781611-3074-A58E-B52E-37A36826D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199" y="1791867"/>
            <a:ext cx="3752851" cy="28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79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770DED9-87F6-FB46-A967-6223B68A3E96}"/>
              </a:ext>
            </a:extLst>
          </p:cNvPr>
          <p:cNvSpPr txBox="1">
            <a:spLocks noChangeArrowheads="1"/>
          </p:cNvSpPr>
          <p:nvPr/>
        </p:nvSpPr>
        <p:spPr>
          <a:xfrm>
            <a:off x="618385" y="1528553"/>
            <a:ext cx="5550595" cy="29275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“no frills,” “bare bones” Internet transport protocol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“best effort” service, UDP segments may be:</a:t>
            </a:r>
          </a:p>
          <a:p>
            <a:pPr marL="808038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lost</a:t>
            </a:r>
          </a:p>
          <a:p>
            <a:pPr marL="808038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delivered out-of-order to app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E8D3DA-F7E2-3144-9365-F468AE5A3F1F}"/>
              </a:ext>
            </a:extLst>
          </p:cNvPr>
          <p:cNvGrpSpPr/>
          <p:nvPr/>
        </p:nvGrpSpPr>
        <p:grpSpPr>
          <a:xfrm>
            <a:off x="6568225" y="1335368"/>
            <a:ext cx="5029004" cy="5014363"/>
            <a:chOff x="4979987" y="2821302"/>
            <a:chExt cx="6630121" cy="3829830"/>
          </a:xfrm>
        </p:grpSpPr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F9D9BC33-5F55-F54A-B992-1DDB07422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8112" y="3235273"/>
              <a:ext cx="6059488" cy="304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no connection establishment (which can add RTT delay)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simple: no connection state at sender, receiver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small header size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no congestion control</a:t>
              </a:r>
            </a:p>
            <a:p>
              <a:pPr marL="687388" marR="0" lvl="1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UDP can blast away as fast as desired!</a:t>
              </a:r>
            </a:p>
            <a:p>
              <a:pPr marL="687388" marR="0" lvl="1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can function in the face of congestion</a:t>
              </a:r>
            </a:p>
          </p:txBody>
        </p: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E3B96135-5F05-0D44-B7B9-9BD478D4E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7" y="2988017"/>
              <a:ext cx="6630121" cy="366311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3BFEAB49-E79F-FF40-AAAE-C9820F502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4449" y="2821302"/>
              <a:ext cx="5102112" cy="378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Why is there a UDP?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B958CE44-F1A4-924D-8CEA-640B52DBA4DF}"/>
              </a:ext>
            </a:extLst>
          </p:cNvPr>
          <p:cNvSpPr txBox="1">
            <a:spLocks noChangeArrowheads="1"/>
          </p:cNvSpPr>
          <p:nvPr/>
        </p:nvSpPr>
        <p:spPr>
          <a:xfrm>
            <a:off x="641997" y="4404835"/>
            <a:ext cx="5550595" cy="2060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33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connectionless: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handshaking between UDP sender, receiver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UDP segment handled independently of others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469890C8-B9BA-F74B-84CA-6B1BAB0F6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1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EFE9DD4-40BF-D54C-B457-743C8EAA5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543058"/>
            <a:ext cx="11100625" cy="4888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UDP use: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streaming multimedia apps (loss tolerant, rate sensitive)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DNS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SNMP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HTTP/3</a:t>
            </a: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if reliable transfer needed over UDP (e.g., HTTP/3): 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add needed reliability at application layer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add congestion control at application layer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160F1B7-DEB2-9342-B89A-69E5B6639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35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 </a:t>
            </a:r>
            <a:r>
              <a:rPr lang="en-US" sz="3600" dirty="0"/>
              <a:t>[RFC 768]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B0D4F-D972-B342-BA50-EC030780A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243" y="1232551"/>
            <a:ext cx="6509995" cy="5467403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2BA1565-8605-154A-895B-C65D5D0B1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892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E97DC1-5C01-E843-A657-ADC5FEA14075}"/>
              </a:ext>
            </a:extLst>
          </p:cNvPr>
          <p:cNvCxnSpPr>
            <a:cxnSpLocks/>
            <a:stCxn id="151" idx="2"/>
          </p:cNvCxnSpPr>
          <p:nvPr/>
        </p:nvCxnSpPr>
        <p:spPr>
          <a:xfrm flipH="1">
            <a:off x="7972023" y="4973372"/>
            <a:ext cx="1473513" cy="474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C57AC1A-9B60-DC47-A97D-E9C39D845828}"/>
              </a:ext>
            </a:extLst>
          </p:cNvPr>
          <p:cNvCxnSpPr>
            <a:cxnSpLocks/>
          </p:cNvCxnSpPr>
          <p:nvPr/>
        </p:nvCxnSpPr>
        <p:spPr>
          <a:xfrm>
            <a:off x="2578811" y="5062556"/>
            <a:ext cx="1582832" cy="302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062521" y="4965666"/>
            <a:ext cx="4036903" cy="1028731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3" name="Freeform 70">
            <a:extLst>
              <a:ext uri="{FF2B5EF4-FFF2-40B4-BE49-F238E27FC236}">
                <a16:creationId xmlns:a16="http://schemas.microsoft.com/office/drawing/2014/main" id="{93CF945F-B7C1-9B4F-9438-D2DF7708E687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A415DCF-A2D2-344B-9A45-F3F58006C5EE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165" name="Rectangle 23">
              <a:extLst>
                <a:ext uri="{FF2B5EF4-FFF2-40B4-BE49-F238E27FC236}">
                  <a16:creationId xmlns:a16="http://schemas.microsoft.com/office/drawing/2014/main" id="{20790EF2-7EC4-BF46-AE61-5F193F089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Rectangle 24">
              <a:extLst>
                <a:ext uri="{FF2B5EF4-FFF2-40B4-BE49-F238E27FC236}">
                  <a16:creationId xmlns:a16="http://schemas.microsoft.com/office/drawing/2014/main" id="{DF6E9285-B785-804B-BB24-0405637B9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Line 25">
              <a:extLst>
                <a:ext uri="{FF2B5EF4-FFF2-40B4-BE49-F238E27FC236}">
                  <a16:creationId xmlns:a16="http://schemas.microsoft.com/office/drawing/2014/main" id="{C2F7FFF2-43B5-A648-8DB9-1244002B1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Text Box 26">
              <a:extLst>
                <a:ext uri="{FF2B5EF4-FFF2-40B4-BE49-F238E27FC236}">
                  <a16:creationId xmlns:a16="http://schemas.microsoft.com/office/drawing/2014/main" id="{38AC5752-2E10-AE4C-AE2E-F2F12589A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69" name="Line 27">
              <a:extLst>
                <a:ext uri="{FF2B5EF4-FFF2-40B4-BE49-F238E27FC236}">
                  <a16:creationId xmlns:a16="http://schemas.microsoft.com/office/drawing/2014/main" id="{E6411346-D908-6048-94E9-4C9C6A9C9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Text Box 26">
              <a:extLst>
                <a:ext uri="{FF2B5EF4-FFF2-40B4-BE49-F238E27FC236}">
                  <a16:creationId xmlns:a16="http://schemas.microsoft.com/office/drawing/2014/main" id="{2BD45E5F-4032-7A44-91A7-D2ED37DE3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1" name="Text Box 26">
              <a:extLst>
                <a:ext uri="{FF2B5EF4-FFF2-40B4-BE49-F238E27FC236}">
                  <a16:creationId xmlns:a16="http://schemas.microsoft.com/office/drawing/2014/main" id="{067129BD-4E72-804E-9941-0CFB2ABB0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72" name="Text Box 26">
              <a:extLst>
                <a:ext uri="{FF2B5EF4-FFF2-40B4-BE49-F238E27FC236}">
                  <a16:creationId xmlns:a16="http://schemas.microsoft.com/office/drawing/2014/main" id="{586097BE-C9CD-2B44-A610-13D1A1572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73" name="Line 27">
              <a:extLst>
                <a:ext uri="{FF2B5EF4-FFF2-40B4-BE49-F238E27FC236}">
                  <a16:creationId xmlns:a16="http://schemas.microsoft.com/office/drawing/2014/main" id="{9A1DE5DC-7E6A-4747-9541-02B87C77A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9B2D570F-120B-6D41-8FE2-002A2DC12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Text Box 26">
              <a:extLst>
                <a:ext uri="{FF2B5EF4-FFF2-40B4-BE49-F238E27FC236}">
                  <a16:creationId xmlns:a16="http://schemas.microsoft.com/office/drawing/2014/main" id="{3C035217-7FD4-6C48-AB72-7561321B3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C64A43A-1B07-3348-A5EB-9B76F69646C0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0DB8B5ED-7F25-B645-878C-116DE6CD5EA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AFB4D1D4-1D5D-7C46-A31B-48B19CA0A81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D1FB4E3-A216-1446-87E1-A06F139F800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B930530-1BA2-8049-A625-480A1F84B91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C5B65EDD-F107-4D4D-8254-28F27CB3355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052D8468-97DE-CD48-9220-0D7B5D1582B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CD0FBE04-ADDE-184C-8DFE-2575EA709AD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7" name="Group 149">
            <a:extLst>
              <a:ext uri="{FF2B5EF4-FFF2-40B4-BE49-F238E27FC236}">
                <a16:creationId xmlns:a16="http://schemas.microsoft.com/office/drawing/2014/main" id="{1F890155-D0B7-364C-891D-EC128001048E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98" name="Rectangle 73">
              <a:extLst>
                <a:ext uri="{FF2B5EF4-FFF2-40B4-BE49-F238E27FC236}">
                  <a16:creationId xmlns:a16="http://schemas.microsoft.com/office/drawing/2014/main" id="{590049C7-843C-1B4A-89F9-80D6028F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Rectangle 74">
              <a:extLst>
                <a:ext uri="{FF2B5EF4-FFF2-40B4-BE49-F238E27FC236}">
                  <a16:creationId xmlns:a16="http://schemas.microsoft.com/office/drawing/2014/main" id="{060ED392-F3E2-5445-9D40-5D86C1A7E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75">
              <a:extLst>
                <a:ext uri="{FF2B5EF4-FFF2-40B4-BE49-F238E27FC236}">
                  <a16:creationId xmlns:a16="http://schemas.microsoft.com/office/drawing/2014/main" id="{33BE5C08-8C7C-7149-875A-3BD200DF7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Rectangle 129">
              <a:extLst>
                <a:ext uri="{FF2B5EF4-FFF2-40B4-BE49-F238E27FC236}">
                  <a16:creationId xmlns:a16="http://schemas.microsoft.com/office/drawing/2014/main" id="{0140B062-405E-0A48-ABA2-65AE09DF9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85" name="Group 149">
            <a:extLst>
              <a:ext uri="{FF2B5EF4-FFF2-40B4-BE49-F238E27FC236}">
                <a16:creationId xmlns:a16="http://schemas.microsoft.com/office/drawing/2014/main" id="{2BE2291A-54C4-114A-8062-D743A8CDF9EC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86" name="Rectangle 73">
              <a:extLst>
                <a:ext uri="{FF2B5EF4-FFF2-40B4-BE49-F238E27FC236}">
                  <a16:creationId xmlns:a16="http://schemas.microsoft.com/office/drawing/2014/main" id="{A98E76A7-87AD-8242-988E-0E4DFC27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" name="Rectangle 74">
              <a:extLst>
                <a:ext uri="{FF2B5EF4-FFF2-40B4-BE49-F238E27FC236}">
                  <a16:creationId xmlns:a16="http://schemas.microsoft.com/office/drawing/2014/main" id="{05A0AED4-CB55-8B44-A573-91C3CC519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" name="Rectangle 75">
              <a:extLst>
                <a:ext uri="{FF2B5EF4-FFF2-40B4-BE49-F238E27FC236}">
                  <a16:creationId xmlns:a16="http://schemas.microsoft.com/office/drawing/2014/main" id="{E473A3B0-4DB9-E148-95E3-5518DB468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" name="Rectangle 129">
              <a:extLst>
                <a:ext uri="{FF2B5EF4-FFF2-40B4-BE49-F238E27FC236}">
                  <a16:creationId xmlns:a16="http://schemas.microsoft.com/office/drawing/2014/main" id="{E9ED0EE1-76D9-D04D-8893-5E36E5A75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Slide Number Placeholder 2">
            <a:extLst>
              <a:ext uri="{FF2B5EF4-FFF2-40B4-BE49-F238E27FC236}">
                <a16:creationId xmlns:a16="http://schemas.microsoft.com/office/drawing/2014/main" id="{1B520EE5-2EFC-4746-B182-97170136E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54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09388CA4-5912-3745-991A-9A3E60719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sender actions: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8502120" y="2078245"/>
            <a:ext cx="1986815" cy="29383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9130164" y="2303106"/>
            <a:ext cx="1259074" cy="369332"/>
            <a:chOff x="8934916" y="2775692"/>
            <a:chExt cx="1259074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SNMP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4391544" y="2325099"/>
            <a:ext cx="382545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passed an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4388186" y="2990916"/>
            <a:ext cx="382545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determines UDP segment header fields values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D6C411-175C-8D4E-9A66-3E03AAA9F0F9}"/>
              </a:ext>
            </a:extLst>
          </p:cNvPr>
          <p:cNvSpPr txBox="1"/>
          <p:nvPr/>
        </p:nvSpPr>
        <p:spPr>
          <a:xfrm>
            <a:off x="4376692" y="35928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creates UDP segment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4381369" y="40251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passes segment to IP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169333" y="1343378"/>
            <a:ext cx="3723445" cy="4402666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3FB16D4-A4BA-C046-940D-43D50465EB6F}"/>
              </a:ext>
            </a:extLst>
          </p:cNvPr>
          <p:cNvGrpSpPr/>
          <p:nvPr/>
        </p:nvGrpSpPr>
        <p:grpSpPr>
          <a:xfrm>
            <a:off x="8473556" y="2992506"/>
            <a:ext cx="1259074" cy="338554"/>
            <a:chOff x="8964789" y="2639236"/>
            <a:chExt cx="1259074" cy="33855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A58A03E-5455-0E40-8FB9-71E1E5E2CADE}"/>
                </a:ext>
              </a:extLst>
            </p:cNvPr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7A208B0-D27E-5D40-B156-11CB7075B098}"/>
                </a:ext>
              </a:extLst>
            </p:cNvPr>
            <p:cNvSpPr txBox="1"/>
            <p:nvPr/>
          </p:nvSpPr>
          <p:spPr>
            <a:xfrm>
              <a:off x="8964789" y="2639236"/>
              <a:ext cx="1259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UDP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8545052" y="3003638"/>
            <a:ext cx="1818022" cy="369332"/>
            <a:chOff x="7863122" y="5632673"/>
            <a:chExt cx="1818022" cy="3693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UDP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SNMP msg</a:t>
                </a:r>
              </a:p>
            </p:txBody>
          </p:sp>
        </p:grpSp>
      </p:grpSp>
      <p:sp>
        <p:nvSpPr>
          <p:cNvPr id="129" name="Slide Number Placeholder 2">
            <a:extLst>
              <a:ext uri="{FF2B5EF4-FFF2-40B4-BE49-F238E27FC236}">
                <a16:creationId xmlns:a16="http://schemas.microsoft.com/office/drawing/2014/main" id="{D1B0B0FD-EB4E-1D48-A59A-E32376442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10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0.00065 0.10139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506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0.00052 0.0930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653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.09098 L -0.00221 0.25996 L -0.11419 0.32385 L -0.4332 0.31806 L -0.55885 0.275 L -0.55885 0.275 " pathEditMode="relative" ptsTypes="AAAA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4" grpId="0"/>
      <p:bldP spid="95" grpId="0"/>
      <p:bldP spid="9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09388CA4-5912-3745-991A-9A3E60719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receiver actions: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1655121" y="2160335"/>
            <a:ext cx="2199790" cy="29383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2355694" y="3088859"/>
            <a:ext cx="1259074" cy="369332"/>
            <a:chOff x="8934916" y="2775692"/>
            <a:chExt cx="1259074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SNMP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4380155" y="3324883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extracts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4378217" y="2693557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checks UDP checksum header value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4388103" y="2278130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receives segment from IP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1795827" y="3762839"/>
            <a:ext cx="1818022" cy="369332"/>
            <a:chOff x="7863122" y="5632673"/>
            <a:chExt cx="1818022" cy="3693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UDP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SNMP msg</a:t>
                </a:r>
              </a:p>
            </p:txBody>
          </p:sp>
        </p:grp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F6FF1BE-CC44-0642-B5BA-79CC246557BD}"/>
              </a:ext>
            </a:extLst>
          </p:cNvPr>
          <p:cNvSpPr txBox="1"/>
          <p:nvPr/>
        </p:nvSpPr>
        <p:spPr>
          <a:xfrm>
            <a:off x="4379533" y="3932414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demultiplexes message up to application via socket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79B4C12-D49E-4A40-9C38-F2E92ECDF43A}"/>
              </a:ext>
            </a:extLst>
          </p:cNvPr>
          <p:cNvSpPr/>
          <p:nvPr/>
        </p:nvSpPr>
        <p:spPr>
          <a:xfrm>
            <a:off x="8348341" y="2027305"/>
            <a:ext cx="3416536" cy="330284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F72514-945E-EB40-9BEE-202BF670272C}"/>
              </a:ext>
            </a:extLst>
          </p:cNvPr>
          <p:cNvSpPr/>
          <p:nvPr/>
        </p:nvSpPr>
        <p:spPr>
          <a:xfrm>
            <a:off x="1741367" y="2989161"/>
            <a:ext cx="763166" cy="541031"/>
          </a:xfrm>
          <a:prstGeom prst="ellipse">
            <a:avLst/>
          </a:prstGeom>
          <a:noFill/>
          <a:ln w="2540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5A91E20-BDA5-C441-B395-6979D211F34E}"/>
              </a:ext>
            </a:extLst>
          </p:cNvPr>
          <p:cNvCxnSpPr>
            <a:cxnSpLocks/>
          </p:cNvCxnSpPr>
          <p:nvPr/>
        </p:nvCxnSpPr>
        <p:spPr>
          <a:xfrm flipH="1">
            <a:off x="7972023" y="4973372"/>
            <a:ext cx="1473513" cy="474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8285317-4714-1541-BC02-BED132E59B23}"/>
              </a:ext>
            </a:extLst>
          </p:cNvPr>
          <p:cNvCxnSpPr>
            <a:cxnSpLocks/>
          </p:cNvCxnSpPr>
          <p:nvPr/>
        </p:nvCxnSpPr>
        <p:spPr>
          <a:xfrm>
            <a:off x="2578811" y="5062556"/>
            <a:ext cx="1582832" cy="302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062521" y="4965666"/>
            <a:ext cx="4036903" cy="1028731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6" name="Slide Number Placeholder 2">
            <a:extLst>
              <a:ext uri="{FF2B5EF4-FFF2-40B4-BE49-F238E27FC236}">
                <a16:creationId xmlns:a16="http://schemas.microsoft.com/office/drawing/2014/main" id="{427E91C8-0248-584A-817F-DE7D57562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4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4 -0.00208 L 0.00014 -0.0967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4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00013 -0.10763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4" grpId="0"/>
      <p:bldP spid="97" grpId="0"/>
      <p:bldP spid="127" grpId="0"/>
      <p:bldP spid="4" grpId="0" animBg="1"/>
      <p:bldP spid="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 segment </a:t>
            </a:r>
            <a:r>
              <a:rPr lang="en-US" dirty="0"/>
              <a:t>h</a:t>
            </a:r>
            <a:r>
              <a:rPr lang="en-US" sz="4400" dirty="0"/>
              <a:t>eader</a:t>
            </a: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F52AC6CB-EA5F-E34E-A84B-F6174293B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299" y="2017713"/>
            <a:ext cx="3324225" cy="3200400"/>
          </a:xfrm>
          <a:prstGeom prst="rect">
            <a:avLst/>
          </a:prstGeom>
          <a:solidFill>
            <a:srgbClr val="FFFFFF"/>
          </a:solidFill>
          <a:ln w="349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C8E7AF66-85A4-6B43-AFFD-45ABC0217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987" y="2030413"/>
            <a:ext cx="1563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source port #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2F2912E8-AD40-5541-9C73-5856C97AF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924" y="2030413"/>
            <a:ext cx="1328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dest port #</a:t>
            </a:r>
          </a:p>
        </p:txBody>
      </p:sp>
      <p:sp>
        <p:nvSpPr>
          <p:cNvPr id="32" name="Line 11">
            <a:extLst>
              <a:ext uri="{FF2B5EF4-FFF2-40B4-BE49-F238E27FC236}">
                <a16:creationId xmlns:a16="http://schemas.microsoft.com/office/drawing/2014/main" id="{D9BFD291-F38C-E245-812B-D4A7B44A29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2774" y="2417763"/>
            <a:ext cx="33289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" name="Line 12">
            <a:extLst>
              <a:ext uri="{FF2B5EF4-FFF2-40B4-BE49-F238E27FC236}">
                <a16:creationId xmlns:a16="http://schemas.microsoft.com/office/drawing/2014/main" id="{3CE7F4CE-E33B-FD4E-B07F-F5A9DE9885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3249" y="2817813"/>
            <a:ext cx="3324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F55DFF34-EECA-F046-9F88-B6CF84CB8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0599" y="2017713"/>
            <a:ext cx="0" cy="3952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99267DCE-8159-FC45-B743-B474F3D45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474" y="155257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32 bits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8D62C2C2-8FA0-A54C-8811-9A937D96C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799" y="1784350"/>
            <a:ext cx="1200150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16">
            <a:extLst>
              <a:ext uri="{FF2B5EF4-FFF2-40B4-BE49-F238E27FC236}">
                <a16:creationId xmlns:a16="http://schemas.microsoft.com/office/drawing/2014/main" id="{DE702B00-23E1-474A-9072-DDEE50F76714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888012" y="1793875"/>
            <a:ext cx="11287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7A899027-0169-0E41-A632-97B068C6D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262" y="3376613"/>
            <a:ext cx="13890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data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(payload)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CD850B08-5706-0344-961A-224002B37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862" y="5292725"/>
            <a:ext cx="2524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UDP segment format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23E18502-A4AB-B441-8247-C60D9AD14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0599" y="2427288"/>
            <a:ext cx="0" cy="3952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7C44E6B5-339B-1741-B9C3-A1E3E3726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887" y="2420938"/>
            <a:ext cx="814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length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2" name="Text Box 23">
            <a:extLst>
              <a:ext uri="{FF2B5EF4-FFF2-40B4-BE49-F238E27FC236}">
                <a16:creationId xmlns:a16="http://schemas.microsoft.com/office/drawing/2014/main" id="{47FFCC22-7372-6744-AEF8-0A8B78529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112" y="2411413"/>
            <a:ext cx="1176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checksum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id="{485622D4-EF6A-C34A-A27B-A6B8F83BC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398" y="3421856"/>
            <a:ext cx="24066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length, in bytes of UDP segment, including header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id="{1D6A5808-0448-DB49-AF97-08E63607B4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42136" y="2597149"/>
            <a:ext cx="3113157" cy="12853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55F1E7-7CEF-EC4F-9C9D-C612D6BAA462}"/>
              </a:ext>
            </a:extLst>
          </p:cNvPr>
          <p:cNvSpPr/>
          <p:nvPr/>
        </p:nvSpPr>
        <p:spPr>
          <a:xfrm>
            <a:off x="3695142" y="1957213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69DAA7-4CE3-5A48-B429-6D40B6035291}"/>
              </a:ext>
            </a:extLst>
          </p:cNvPr>
          <p:cNvSpPr/>
          <p:nvPr/>
        </p:nvSpPr>
        <p:spPr>
          <a:xfrm>
            <a:off x="5331049" y="1955208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F8B7A60-8E66-CD4B-B67F-657454C69C5D}"/>
              </a:ext>
            </a:extLst>
          </p:cNvPr>
          <p:cNvSpPr/>
          <p:nvPr/>
        </p:nvSpPr>
        <p:spPr>
          <a:xfrm>
            <a:off x="3657042" y="2362801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E79E99F-83A4-EE4E-9BAB-1946BFD0A4A1}"/>
              </a:ext>
            </a:extLst>
          </p:cNvPr>
          <p:cNvSpPr/>
          <p:nvPr/>
        </p:nvSpPr>
        <p:spPr>
          <a:xfrm>
            <a:off x="5290176" y="2341229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AA4BE2E-C7FD-E34F-9626-C89B0B4F43FB}"/>
              </a:ext>
            </a:extLst>
          </p:cNvPr>
          <p:cNvSpPr/>
          <p:nvPr/>
        </p:nvSpPr>
        <p:spPr>
          <a:xfrm>
            <a:off x="4386800" y="3148706"/>
            <a:ext cx="2097870" cy="1560711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Line 25">
            <a:extLst>
              <a:ext uri="{FF2B5EF4-FFF2-40B4-BE49-F238E27FC236}">
                <a16:creationId xmlns:a16="http://schemas.microsoft.com/office/drawing/2014/main" id="{F10F9304-7E0A-6542-A023-9D119B25A0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15202" y="3972404"/>
            <a:ext cx="3113157" cy="12853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1" name="Text Box 24">
            <a:extLst>
              <a:ext uri="{FF2B5EF4-FFF2-40B4-BE49-F238E27FC236}">
                <a16:creationId xmlns:a16="http://schemas.microsoft.com/office/drawing/2014/main" id="{E81BCD01-79B1-A943-81E4-83B20B558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927" y="4969559"/>
            <a:ext cx="24066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data to/from application layer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43CF0894-FFF1-6D45-9D05-752E85B0B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85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5" grpId="0" animBg="1"/>
      <p:bldP spid="26" grpId="0" animBg="1"/>
      <p:bldP spid="27" grpId="0" animBg="1"/>
      <p:bldP spid="48" grpId="0" animBg="1"/>
      <p:bldP spid="49" grpId="0" animBg="1"/>
      <p:bldP spid="50" grpId="0" animBg="1"/>
      <p:bldP spid="5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 checksum</a:t>
            </a: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1270863" y="2652793"/>
            <a:ext cx="10241312" cy="57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Transmitted:            5               6                11</a:t>
            </a: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detect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errors (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i.e.,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flipped bits) in transmitted segment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6366BE9-1119-E949-B583-83377BE7B2FA}"/>
              </a:ext>
            </a:extLst>
          </p:cNvPr>
          <p:cNvSpPr txBox="1">
            <a:spLocks noChangeArrowheads="1"/>
          </p:cNvSpPr>
          <p:nvPr/>
        </p:nvSpPr>
        <p:spPr>
          <a:xfrm>
            <a:off x="1717730" y="4429929"/>
            <a:ext cx="10241312" cy="57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Received:            4               6                11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3263DD-30EB-3A47-BB43-1008E7B8EB3B}"/>
              </a:ext>
            </a:extLst>
          </p:cNvPr>
          <p:cNvGrpSpPr/>
          <p:nvPr/>
        </p:nvGrpSpPr>
        <p:grpSpPr>
          <a:xfrm>
            <a:off x="3781587" y="2118101"/>
            <a:ext cx="3789990" cy="374499"/>
            <a:chOff x="3781587" y="2118101"/>
            <a:chExt cx="3789990" cy="37449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75CCDE0-7CCA-374E-AAE6-7714B8510863}"/>
                </a:ext>
              </a:extLst>
            </p:cNvPr>
            <p:cNvSpPr txBox="1"/>
            <p:nvPr/>
          </p:nvSpPr>
          <p:spPr>
            <a:xfrm>
              <a:off x="3781587" y="2123268"/>
              <a:ext cx="1210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number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036BB1-E12C-9F45-B7AC-A46C43550AB8}"/>
                </a:ext>
              </a:extLst>
            </p:cNvPr>
            <p:cNvSpPr txBox="1"/>
            <p:nvPr/>
          </p:nvSpPr>
          <p:spPr>
            <a:xfrm>
              <a:off x="5173851" y="2120685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number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F766B9-0BC5-B243-8C87-21D6B656B474}"/>
                </a:ext>
              </a:extLst>
            </p:cNvPr>
            <p:cNvSpPr txBox="1"/>
            <p:nvPr/>
          </p:nvSpPr>
          <p:spPr>
            <a:xfrm>
              <a:off x="6938070" y="211810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sum</a:t>
              </a:r>
            </a:p>
          </p:txBody>
        </p:sp>
      </p:grpSp>
      <p:sp>
        <p:nvSpPr>
          <p:cNvPr id="5" name="Down Arrow 4">
            <a:extLst>
              <a:ext uri="{FF2B5EF4-FFF2-40B4-BE49-F238E27FC236}">
                <a16:creationId xmlns:a16="http://schemas.microsoft.com/office/drawing/2014/main" id="{25D45AF0-1848-CC41-9B94-776A4F00467D}"/>
              </a:ext>
            </a:extLst>
          </p:cNvPr>
          <p:cNvSpPr/>
          <p:nvPr/>
        </p:nvSpPr>
        <p:spPr>
          <a:xfrm>
            <a:off x="5269424" y="3316637"/>
            <a:ext cx="1131376" cy="978408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rgbClr val="E47E9F"/>
              </a:gs>
              <a:gs pos="83000">
                <a:srgbClr val="CD0004"/>
              </a:gs>
              <a:gs pos="100000">
                <a:srgbClr val="C0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D0B8C6-3F4F-D744-B0D5-012F7CCC8026}"/>
              </a:ext>
            </a:extLst>
          </p:cNvPr>
          <p:cNvGrpSpPr/>
          <p:nvPr/>
        </p:nvGrpSpPr>
        <p:grpSpPr>
          <a:xfrm>
            <a:off x="4005390" y="4866468"/>
            <a:ext cx="2218236" cy="1079841"/>
            <a:chOff x="4005390" y="4866468"/>
            <a:chExt cx="2218236" cy="10798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290089-A408-1F4D-AD89-57B6FA475BD4}"/>
                </a:ext>
              </a:extLst>
            </p:cNvPr>
            <p:cNvSpPr txBox="1"/>
            <p:nvPr/>
          </p:nvSpPr>
          <p:spPr>
            <a:xfrm>
              <a:off x="4005390" y="5238423"/>
              <a:ext cx="22182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receiver-computed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checksum</a:t>
              </a:r>
            </a:p>
          </p:txBody>
        </p: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70805D62-6F2B-1F49-A297-2C93A181F097}"/>
                </a:ext>
              </a:extLst>
            </p:cNvPr>
            <p:cNvSpPr/>
            <p:nvPr/>
          </p:nvSpPr>
          <p:spPr>
            <a:xfrm rot="5400000">
              <a:off x="5005953" y="4107051"/>
              <a:ext cx="302449" cy="1821283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99C2F8-4129-1B44-8C70-BBDF08BD1536}"/>
              </a:ext>
            </a:extLst>
          </p:cNvPr>
          <p:cNvGrpSpPr/>
          <p:nvPr/>
        </p:nvGrpSpPr>
        <p:grpSpPr>
          <a:xfrm>
            <a:off x="6880470" y="4879385"/>
            <a:ext cx="2604945" cy="1064342"/>
            <a:chOff x="6880470" y="4879385"/>
            <a:chExt cx="2604945" cy="10643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DCA310-B7D2-5B47-90B9-563B10E091FB}"/>
                </a:ext>
              </a:extLst>
            </p:cNvPr>
            <p:cNvSpPr txBox="1"/>
            <p:nvPr/>
          </p:nvSpPr>
          <p:spPr>
            <a:xfrm>
              <a:off x="6880470" y="5235841"/>
              <a:ext cx="26049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sender-computed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checksum (as received)</a:t>
              </a:r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DA615DF0-68E8-EC4F-807E-D486A3197601}"/>
                </a:ext>
              </a:extLst>
            </p:cNvPr>
            <p:cNvSpPr/>
            <p:nvPr/>
          </p:nvSpPr>
          <p:spPr>
            <a:xfrm rot="5400000">
              <a:off x="7219627" y="4631412"/>
              <a:ext cx="266054" cy="761999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01925F-F602-844A-BEF4-A6395DF560AD}"/>
              </a:ext>
            </a:extLst>
          </p:cNvPr>
          <p:cNvGrpSpPr/>
          <p:nvPr/>
        </p:nvGrpSpPr>
        <p:grpSpPr>
          <a:xfrm>
            <a:off x="6121831" y="5201334"/>
            <a:ext cx="821411" cy="1346699"/>
            <a:chOff x="6121831" y="5201334"/>
            <a:chExt cx="821411" cy="1346699"/>
          </a:xfrm>
        </p:grpSpPr>
        <p:pic>
          <p:nvPicPr>
            <p:cNvPr id="1026" name="Picture 2" descr="Image result for error">
              <a:extLst>
                <a:ext uri="{FF2B5EF4-FFF2-40B4-BE49-F238E27FC236}">
                  <a16:creationId xmlns:a16="http://schemas.microsoft.com/office/drawing/2014/main" id="{0F8C0CDD-8B63-9A4B-B799-33D82D530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1831" y="5782776"/>
              <a:ext cx="821411" cy="765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916598-558E-9245-AD24-594E54348A33}"/>
                </a:ext>
              </a:extLst>
            </p:cNvPr>
            <p:cNvSpPr txBox="1"/>
            <p:nvPr/>
          </p:nvSpPr>
          <p:spPr>
            <a:xfrm>
              <a:off x="6307811" y="5201334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CD000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=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E17EE6-50CC-C042-BC48-5E6E3B972272}"/>
                </a:ext>
              </a:extLst>
            </p:cNvPr>
            <p:cNvCxnSpPr/>
            <p:nvPr/>
          </p:nvCxnSpPr>
          <p:spPr>
            <a:xfrm flipH="1">
              <a:off x="6460174" y="5418195"/>
              <a:ext cx="108488" cy="247973"/>
            </a:xfrm>
            <a:prstGeom prst="line">
              <a:avLst/>
            </a:prstGeom>
            <a:ln w="31750">
              <a:solidFill>
                <a:srgbClr val="CD000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D5723390-FF65-C242-9B32-1814D9E35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" grpId="0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Internet checksum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990599" y="2218943"/>
            <a:ext cx="4662055" cy="4478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sender: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treat contents of UDP segment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(including UDP header fields and IP addresses)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sequence of 16-bit integers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checksum: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addition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(one’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complement sum)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segment content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checksum value put into UDP checksum field</a:t>
            </a: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receiver</a:t>
            </a:r>
            <a:r>
              <a:rPr kumimoji="0" lang="en-US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compute checksum of received segment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 if computed checksum equals checksum field value: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 equal - error detected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equal - no error detected.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But maybe errors nonetheless?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More later ….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detect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errors (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i.e.,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flipped bits) in transmitted segment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9262EE8-BA51-1D4E-A36D-BDC09C45F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9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Internet checksum: an example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658E3-6D58-8445-A9E1-703A91A67575}"/>
              </a:ext>
            </a:extLst>
          </p:cNvPr>
          <p:cNvSpPr txBox="1">
            <a:spLocks noChangeArrowheads="1"/>
          </p:cNvSpPr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add two 16-bit integers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763B3A78-1E2C-5A4B-AA3C-267B38DDCC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391" y="3069774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EB760DD-5067-0241-ACCB-6E4282E9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296" y="3862762"/>
            <a:ext cx="636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sum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58D347C-3618-AD46-999E-771E7BB4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843" y="4300504"/>
            <a:ext cx="12210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checksum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228BD91C-645B-7B49-B807-EF571877C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0" y="5071610"/>
            <a:ext cx="10367961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Note: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when adding numbers, a carryout from the most significant bit needs to be added to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898A9607-38BF-9544-B70F-067CC64A3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466" y="6260898"/>
            <a:ext cx="98572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ttp://gaia.cs.umass.edu/kurose_ross/interactive/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ACF2-9C75-D845-963C-B6B5F2FFE843}"/>
              </a:ext>
            </a:extLst>
          </p:cNvPr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1 1 1 0 0 1 1 0 0 1 1 0 0 1 1 0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4F71-DAF2-4A4A-8007-D61D5E84A131}"/>
              </a:ext>
            </a:extLst>
          </p:cNvPr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1 1 0 1 0 1 0 1 0 1 0 1 0 1 0 1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C7D96-F575-4046-84E4-2FDF9898E9B2}"/>
              </a:ext>
            </a:extLst>
          </p:cNvPr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1 1 0 1 1 1 0 1 1 1 0 1 1 1 0 1 1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23B7D25F-DD2D-6943-A612-1B140865E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833" y="3264149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02C19D06-A871-3D4E-A141-88A98E4A3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33" y="3201536"/>
            <a:ext cx="1457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wraparound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D9BAD80C-425E-F145-9700-2D1823022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0633" y="3788911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5AD71209-A9E2-794D-88A1-4B84AF2607D1}"/>
              </a:ext>
            </a:extLst>
          </p:cNvPr>
          <p:cNvSpPr>
            <a:spLocks/>
          </p:cNvSpPr>
          <p:nvPr/>
        </p:nvSpPr>
        <p:spPr bwMode="auto">
          <a:xfrm>
            <a:off x="2669233" y="3576532"/>
            <a:ext cx="5795540" cy="95077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7 h 58"/>
              <a:gd name="T4" fmla="*/ 2147483647 w 3788"/>
              <a:gd name="T5" fmla="*/ 2147483647 h 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sm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94788-E9D3-5D40-89C2-5666242ECA9E}"/>
              </a:ext>
            </a:extLst>
          </p:cNvPr>
          <p:cNvSpPr txBox="1"/>
          <p:nvPr/>
        </p:nvSpPr>
        <p:spPr>
          <a:xfrm>
            <a:off x="2475478" y="3863610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1 0 1 1 1 0 1 1 1 0 1 1 1 1 0 0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D65BC-0FF7-354F-9157-61D155DA77EA}"/>
              </a:ext>
            </a:extLst>
          </p:cNvPr>
          <p:cNvSpPr txBox="1"/>
          <p:nvPr/>
        </p:nvSpPr>
        <p:spPr>
          <a:xfrm>
            <a:off x="2505831" y="4287924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0 1 0 0 0 1 0 0 0 1 0 0 0 0 1 1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27145B4A-DA47-BA4F-95DB-F98A913F0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7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20" grpId="0"/>
      <p:bldP spid="10" grpId="0" animBg="1"/>
      <p:bldP spid="11" grpId="0"/>
      <p:bldP spid="14" grpId="0" animBg="1"/>
      <p:bldP spid="15" grpId="0" animBg="1"/>
      <p:bldP spid="21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Internet checksum: weak protection!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658E3-6D58-8445-A9E1-703A91A67575}"/>
              </a:ext>
            </a:extLst>
          </p:cNvPr>
          <p:cNvSpPr txBox="1">
            <a:spLocks noChangeArrowheads="1"/>
          </p:cNvSpPr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add two 16-bit integers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763B3A78-1E2C-5A4B-AA3C-267B38DDCC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391" y="3069774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EB760DD-5067-0241-ACCB-6E4282E9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296" y="3862762"/>
            <a:ext cx="636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sum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58D347C-3618-AD46-999E-771E7BB4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843" y="4300504"/>
            <a:ext cx="12210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checksum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ACF2-9C75-D845-963C-B6B5F2FFE843}"/>
              </a:ext>
            </a:extLst>
          </p:cNvPr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1 1 1 0 0 1 1 0 0 1 1 0 0 1 1 0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4F71-DAF2-4A4A-8007-D61D5E84A131}"/>
              </a:ext>
            </a:extLst>
          </p:cNvPr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1 1 0 1 0 1 0 1 0 1 0 1 0 1 0 1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C7D96-F575-4046-84E4-2FDF9898E9B2}"/>
              </a:ext>
            </a:extLst>
          </p:cNvPr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1 1 0 1 1 1 0 1 1 1 0 1 1 1 0 1 1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70902B-ACCE-A04E-88F8-76E3A68380F6}"/>
              </a:ext>
            </a:extLst>
          </p:cNvPr>
          <p:cNvGrpSpPr/>
          <p:nvPr/>
        </p:nvGrpSpPr>
        <p:grpSpPr>
          <a:xfrm>
            <a:off x="942391" y="3201536"/>
            <a:ext cx="8001000" cy="1123739"/>
            <a:chOff x="942391" y="3201536"/>
            <a:chExt cx="8001000" cy="1123739"/>
          </a:xfrm>
        </p:grpSpPr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23B7D25F-DD2D-6943-A612-1B140865E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591" y="3264149"/>
              <a:ext cx="304800" cy="3048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02C19D06-A871-3D4E-A141-88A98E4A3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391" y="3201536"/>
              <a:ext cx="145770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 type="none" w="sm" len="med"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wraparound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D9BAD80C-425E-F145-9700-2D1823022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6391" y="3788911"/>
              <a:ext cx="647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5AD71209-A9E2-794D-88A1-4B84AF26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991" y="3576532"/>
              <a:ext cx="5795540" cy="95077"/>
            </a:xfrm>
            <a:custGeom>
              <a:avLst/>
              <a:gdLst>
                <a:gd name="T0" fmla="*/ 0 w 3788"/>
                <a:gd name="T1" fmla="*/ 0 h 58"/>
                <a:gd name="T2" fmla="*/ 0 w 3788"/>
                <a:gd name="T3" fmla="*/ 2147483647 h 58"/>
                <a:gd name="T4" fmla="*/ 2147483647 w 3788"/>
                <a:gd name="T5" fmla="*/ 2147483647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88" h="58">
                  <a:moveTo>
                    <a:pt x="0" y="0"/>
                  </a:moveTo>
                  <a:lnTo>
                    <a:pt x="0" y="58"/>
                  </a:lnTo>
                  <a:lnTo>
                    <a:pt x="3788" y="58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994788-E9D3-5D40-89C2-5666242ECA9E}"/>
                </a:ext>
              </a:extLst>
            </p:cNvPr>
            <p:cNvSpPr txBox="1"/>
            <p:nvPr/>
          </p:nvSpPr>
          <p:spPr>
            <a:xfrm>
              <a:off x="2501236" y="3863610"/>
              <a:ext cx="62680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1 0 1 1 1 0 1 1 1 0 1 1 1 1 0 0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D65BC-0FF7-354F-9157-61D155DA77EA}"/>
              </a:ext>
            </a:extLst>
          </p:cNvPr>
          <p:cNvSpPr txBox="1"/>
          <p:nvPr/>
        </p:nvSpPr>
        <p:spPr>
          <a:xfrm>
            <a:off x="2505831" y="4287924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0 1 0 0 0 1 0 0 0 1 0 0 0 0 1 1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762320-BD6D-C948-B1B7-DB283C97C3F4}"/>
              </a:ext>
            </a:extLst>
          </p:cNvPr>
          <p:cNvGrpSpPr/>
          <p:nvPr/>
        </p:nvGrpSpPr>
        <p:grpSpPr>
          <a:xfrm>
            <a:off x="7895417" y="1927511"/>
            <a:ext cx="2249559" cy="712515"/>
            <a:chOff x="9436187" y="4862446"/>
            <a:chExt cx="2249559" cy="71251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4FB029-4B65-2048-954A-3FF0EC7EB970}"/>
                </a:ext>
              </a:extLst>
            </p:cNvPr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76E060C-7039-6D4E-922A-B4F2B25FA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8282" y="5111429"/>
              <a:ext cx="546739" cy="21268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DC7E60-52B8-E24C-AD91-442CF1A81D58}"/>
                </a:ext>
              </a:extLst>
            </p:cNvPr>
            <p:cNvSpPr txBox="1"/>
            <p:nvPr/>
          </p:nvSpPr>
          <p:spPr>
            <a:xfrm>
              <a:off x="10395008" y="4862446"/>
              <a:ext cx="1290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0 1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67688F-D990-804C-9C00-CC1C467BE801}"/>
              </a:ext>
            </a:extLst>
          </p:cNvPr>
          <p:cNvGrpSpPr/>
          <p:nvPr/>
        </p:nvGrpSpPr>
        <p:grpSpPr>
          <a:xfrm>
            <a:off x="7910407" y="2289202"/>
            <a:ext cx="2249559" cy="712515"/>
            <a:chOff x="9436187" y="4862446"/>
            <a:chExt cx="2249559" cy="71251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C22365B-07EC-4545-B454-E8C0FAD379FA}"/>
                </a:ext>
              </a:extLst>
            </p:cNvPr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D4A8702-0D2D-8243-9C39-DC082DD83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8282" y="5111429"/>
              <a:ext cx="546739" cy="21268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E21CCB-6730-9040-AA0C-B91C9765D0AC}"/>
                </a:ext>
              </a:extLst>
            </p:cNvPr>
            <p:cNvSpPr txBox="1"/>
            <p:nvPr/>
          </p:nvSpPr>
          <p:spPr>
            <a:xfrm>
              <a:off x="10395008" y="4862446"/>
              <a:ext cx="1290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1 0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9699F57-48BE-454E-800A-4CC5A118241E}"/>
              </a:ext>
            </a:extLst>
          </p:cNvPr>
          <p:cNvGrpSpPr/>
          <p:nvPr/>
        </p:nvGrpSpPr>
        <p:grpSpPr>
          <a:xfrm>
            <a:off x="8933167" y="3121843"/>
            <a:ext cx="2729496" cy="1754326"/>
            <a:chOff x="8933167" y="3121843"/>
            <a:chExt cx="2729496" cy="1754326"/>
          </a:xfrm>
        </p:grpSpPr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BC6D80E3-4974-474B-9338-024650CB8A51}"/>
                </a:ext>
              </a:extLst>
            </p:cNvPr>
            <p:cNvSpPr/>
            <p:nvPr/>
          </p:nvSpPr>
          <p:spPr>
            <a:xfrm>
              <a:off x="8933167" y="3244723"/>
              <a:ext cx="247697" cy="1504855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F87D51E-FE73-0B41-A199-876E1DAEB87D}"/>
                </a:ext>
              </a:extLst>
            </p:cNvPr>
            <p:cNvSpPr txBox="1"/>
            <p:nvPr/>
          </p:nvSpPr>
          <p:spPr>
            <a:xfrm>
              <a:off x="9259241" y="3121843"/>
              <a:ext cx="240342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Even though numbers have changed (bit flips),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change in checksum!</a:t>
              </a:r>
            </a:p>
          </p:txBody>
        </p:sp>
      </p:grp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D233B24E-8C39-314A-B31B-073F993E5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38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4" y="196879"/>
            <a:ext cx="11100625" cy="1206442"/>
          </a:xfrm>
        </p:spPr>
        <p:txBody>
          <a:bodyPr>
            <a:normAutofit/>
          </a:bodyPr>
          <a:lstStyle/>
          <a:p>
            <a:r>
              <a:rPr lang="en-US" sz="5400" b="0" dirty="0"/>
              <a:t>Summary</a:t>
            </a:r>
            <a:r>
              <a:rPr lang="en-US" sz="4800" b="0" dirty="0"/>
              <a:t>: UDP</a:t>
            </a: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525681" y="1403321"/>
            <a:ext cx="11373633" cy="5247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“no frills” protocol: 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segments may be lost, delivered out of order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effort service: “send and hope for the best”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has its plusses: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setup/handshaking needed (no RTT incurred)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function when network service is compromised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helps with reliability (checksum)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 additional functionality on top of UDP in application layer (e.g., HTTP/3)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024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12214</TotalTime>
  <Words>2007</Words>
  <Application>Microsoft Office PowerPoint</Application>
  <PresentationFormat>Widescreen</PresentationFormat>
  <Paragraphs>561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 Light</vt:lpstr>
      <vt:lpstr>Comic Sans MS</vt:lpstr>
      <vt:lpstr>Courier</vt:lpstr>
      <vt:lpstr>Gill Sans MT</vt:lpstr>
      <vt:lpstr>Tahoma</vt:lpstr>
      <vt:lpstr>Times New Roman</vt:lpstr>
      <vt:lpstr>Wingdings</vt:lpstr>
      <vt:lpstr>Office Theme</vt:lpstr>
      <vt:lpstr>PowerPoint Presentation</vt:lpstr>
      <vt:lpstr>Transport layer: overview</vt:lpstr>
      <vt:lpstr>Transport layer: roadmap</vt:lpstr>
      <vt:lpstr>Transport services and protocols</vt:lpstr>
      <vt:lpstr>Transport Layer Actions</vt:lpstr>
      <vt:lpstr>Transport Layer Actions</vt:lpstr>
      <vt:lpstr>Two principal Internet transport protocols</vt:lpstr>
      <vt:lpstr>Chapter 3: roadmap</vt:lpstr>
      <vt:lpstr>Multiplexing/demultiplexing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demultiplexing works</vt:lpstr>
      <vt:lpstr>Summary</vt:lpstr>
      <vt:lpstr>Chapter 3: roadmap</vt:lpstr>
      <vt:lpstr>UDP: User Datagram Protocol</vt:lpstr>
      <vt:lpstr>UDP: User Datagram Protocol</vt:lpstr>
      <vt:lpstr>UDP: User Datagram Protocol [RFC 768]</vt:lpstr>
      <vt:lpstr>UDP: Transport Layer Actions</vt:lpstr>
      <vt:lpstr>UDP: Transport Layer Actions</vt:lpstr>
      <vt:lpstr>UDP: Transport Layer Actions</vt:lpstr>
      <vt:lpstr>UDP segment header</vt:lpstr>
      <vt:lpstr>UDP checksum</vt:lpstr>
      <vt:lpstr>Internet checksum</vt:lpstr>
      <vt:lpstr>Internet checksum: an example</vt:lpstr>
      <vt:lpstr>Internet checksum: weak protection!</vt:lpstr>
      <vt:lpstr>Summary: UDP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Tahir Maqsood</cp:lastModifiedBy>
  <cp:revision>421</cp:revision>
  <dcterms:created xsi:type="dcterms:W3CDTF">2020-01-18T07:24:59Z</dcterms:created>
  <dcterms:modified xsi:type="dcterms:W3CDTF">2026-10-11T18:36:46Z</dcterms:modified>
</cp:coreProperties>
</file>